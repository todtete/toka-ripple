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4653" r:id="rId5"/>
    <p:sldId id="4747" r:id="rId6"/>
    <p:sldId id="4651" r:id="rId7"/>
    <p:sldId id="4749" r:id="rId8"/>
    <p:sldId id="4750" r:id="rId9"/>
    <p:sldId id="4761" r:id="rId10"/>
    <p:sldId id="4762" r:id="rId11"/>
    <p:sldId id="4760" r:id="rId12"/>
    <p:sldId id="4763" r:id="rId1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rbara Jazmín Mancillas Flores" initials="BJMF" lastIdx="1" clrIdx="0">
    <p:extLst>
      <p:ext uri="{19B8F6BF-5375-455C-9EA6-DF929625EA0E}">
        <p15:presenceInfo xmlns:p15="http://schemas.microsoft.com/office/powerpoint/2012/main" userId="S::barbara.mancillas@toka.mx::63428cd7-5ab1-4f64-ab6f-4d72233ee4f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E5A1"/>
    <a:srgbClr val="70AD47"/>
    <a:srgbClr val="FEFEFE"/>
    <a:srgbClr val="FAFAFA"/>
    <a:srgbClr val="FF9300"/>
    <a:srgbClr val="00BAFF"/>
    <a:srgbClr val="257F3B"/>
    <a:srgbClr val="21448A"/>
    <a:srgbClr val="5AC4E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59" autoAdjust="0"/>
    <p:restoredTop sz="86495"/>
  </p:normalViewPr>
  <p:slideViewPr>
    <p:cSldViewPr snapToGrid="0">
      <p:cViewPr varScale="1">
        <p:scale>
          <a:sx n="97" d="100"/>
          <a:sy n="97" d="100"/>
        </p:scale>
        <p:origin x="1188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55BEAB-0B33-4B1D-A5E0-4A383D82611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5AB9968-3A73-483C-9432-E49211AEF881}">
      <dgm:prSet/>
      <dgm:spPr/>
      <dgm:t>
        <a:bodyPr/>
        <a:lstStyle/>
        <a:p>
          <a:r>
            <a:rPr lang="es-MX" b="1"/>
            <a:t>&lt;view&gt;</a:t>
          </a:r>
          <a:r>
            <a:rPr lang="es-MX"/>
            <a:t>: Es un </a:t>
          </a:r>
          <a:r>
            <a:rPr lang="es-MX" b="1"/>
            <a:t>contenedor genérico</a:t>
          </a:r>
          <a:r>
            <a:rPr lang="es-MX"/>
            <a:t>, similar a un div en HTML. Se usa para agrupar otros elementos y aplicarles estilos. Es el componente más común para la estructura de tu página.</a:t>
          </a:r>
          <a:endParaRPr lang="en-US"/>
        </a:p>
      </dgm:t>
    </dgm:pt>
    <dgm:pt modelId="{C779DB79-7103-407A-9DA6-D79CA43EB142}" type="parTrans" cxnId="{BB2D17DB-E43F-4EAB-9189-E3C09E1D37D5}">
      <dgm:prSet/>
      <dgm:spPr/>
      <dgm:t>
        <a:bodyPr/>
        <a:lstStyle/>
        <a:p>
          <a:endParaRPr lang="en-US"/>
        </a:p>
      </dgm:t>
    </dgm:pt>
    <dgm:pt modelId="{015834F1-A9BE-4DDF-A87E-39631773C3CB}" type="sibTrans" cxnId="{BB2D17DB-E43F-4EAB-9189-E3C09E1D37D5}">
      <dgm:prSet/>
      <dgm:spPr/>
      <dgm:t>
        <a:bodyPr/>
        <a:lstStyle/>
        <a:p>
          <a:endParaRPr lang="en-US"/>
        </a:p>
      </dgm:t>
    </dgm:pt>
    <dgm:pt modelId="{C4D666E9-D196-45C2-9916-B82CEC8164E3}">
      <dgm:prSet/>
      <dgm:spPr/>
      <dgm:t>
        <a:bodyPr/>
        <a:lstStyle/>
        <a:p>
          <a:r>
            <a:rPr lang="es-MX" b="1"/>
            <a:t>&lt;scroll-view&gt;</a:t>
          </a:r>
          <a:r>
            <a:rPr lang="es-MX"/>
            <a:t>: Permite tener un </a:t>
          </a:r>
          <a:r>
            <a:rPr lang="es-MX" b="1"/>
            <a:t>área de desplazamiento interna</a:t>
          </a:r>
          <a:r>
            <a:rPr lang="es-MX"/>
            <a:t> dentro de una página. Es útil cuando solo una parte de la pantalla necesita ser desplazable, como una lista de productos.</a:t>
          </a:r>
          <a:endParaRPr lang="en-US"/>
        </a:p>
      </dgm:t>
    </dgm:pt>
    <dgm:pt modelId="{7358C08A-7AD8-4F4A-9AB2-3B7419ACAF62}" type="parTrans" cxnId="{8164AFB4-6E17-48AC-86B5-5EDFABAFEC33}">
      <dgm:prSet/>
      <dgm:spPr/>
      <dgm:t>
        <a:bodyPr/>
        <a:lstStyle/>
        <a:p>
          <a:endParaRPr lang="en-US"/>
        </a:p>
      </dgm:t>
    </dgm:pt>
    <dgm:pt modelId="{0B54B482-7B58-4388-923A-B75A0CEA4A52}" type="sibTrans" cxnId="{8164AFB4-6E17-48AC-86B5-5EDFABAFEC33}">
      <dgm:prSet/>
      <dgm:spPr/>
      <dgm:t>
        <a:bodyPr/>
        <a:lstStyle/>
        <a:p>
          <a:endParaRPr lang="en-US"/>
        </a:p>
      </dgm:t>
    </dgm:pt>
    <dgm:pt modelId="{9DDCF250-6900-482C-A3D2-F3F6658FE601}">
      <dgm:prSet/>
      <dgm:spPr/>
      <dgm:t>
        <a:bodyPr/>
        <a:lstStyle/>
        <a:p>
          <a:r>
            <a:rPr lang="es-MX" b="1"/>
            <a:t>&lt;swiper&gt;</a:t>
          </a:r>
          <a:r>
            <a:rPr lang="es-MX"/>
            <a:t>: Crea un </a:t>
          </a:r>
          <a:r>
            <a:rPr lang="es-MX" b="1"/>
            <a:t>carrusel</a:t>
          </a:r>
          <a:r>
            <a:rPr lang="es-MX"/>
            <a:t> o un deslizador de contenido. Ideal para mostrar anuncios, imágenes o listas de forma interactiva y con gestos de deslizamiento.</a:t>
          </a:r>
          <a:endParaRPr lang="en-US"/>
        </a:p>
      </dgm:t>
    </dgm:pt>
    <dgm:pt modelId="{BC0D04F3-8436-42BB-A777-6294237F61BB}" type="parTrans" cxnId="{FA9E2E3B-FE87-44A0-A98A-19506F418877}">
      <dgm:prSet/>
      <dgm:spPr/>
      <dgm:t>
        <a:bodyPr/>
        <a:lstStyle/>
        <a:p>
          <a:endParaRPr lang="en-US"/>
        </a:p>
      </dgm:t>
    </dgm:pt>
    <dgm:pt modelId="{31725776-868A-4304-946E-033937177D0C}" type="sibTrans" cxnId="{FA9E2E3B-FE87-44A0-A98A-19506F418877}">
      <dgm:prSet/>
      <dgm:spPr/>
      <dgm:t>
        <a:bodyPr/>
        <a:lstStyle/>
        <a:p>
          <a:endParaRPr lang="en-US"/>
        </a:p>
      </dgm:t>
    </dgm:pt>
    <dgm:pt modelId="{DB5A0E3D-63BE-4E59-895B-F439B6810044}">
      <dgm:prSet/>
      <dgm:spPr/>
      <dgm:t>
        <a:bodyPr/>
        <a:lstStyle/>
        <a:p>
          <a:r>
            <a:rPr lang="es-MX" b="1"/>
            <a:t>&lt;cover-view&gt;</a:t>
          </a:r>
          <a:r>
            <a:rPr lang="es-MX"/>
            <a:t>: Se usa para crear una </a:t>
          </a:r>
          <a:r>
            <a:rPr lang="es-MX" b="1"/>
            <a:t>capa superpuesta</a:t>
          </a:r>
          <a:r>
            <a:rPr lang="es-MX"/>
            <a:t> que siempre permanece por encima de otros componentes nativos, como mapas o videos.</a:t>
          </a:r>
          <a:endParaRPr lang="en-US"/>
        </a:p>
      </dgm:t>
    </dgm:pt>
    <dgm:pt modelId="{A042F7A3-727C-426D-8407-ABA68567F1F2}" type="parTrans" cxnId="{6A4342CB-31FC-4EF2-B6A9-BA439909DB68}">
      <dgm:prSet/>
      <dgm:spPr/>
      <dgm:t>
        <a:bodyPr/>
        <a:lstStyle/>
        <a:p>
          <a:endParaRPr lang="en-US"/>
        </a:p>
      </dgm:t>
    </dgm:pt>
    <dgm:pt modelId="{112FF715-AE9C-4CC9-A5B7-F42E219A8C75}" type="sibTrans" cxnId="{6A4342CB-31FC-4EF2-B6A9-BA439909DB68}">
      <dgm:prSet/>
      <dgm:spPr/>
      <dgm:t>
        <a:bodyPr/>
        <a:lstStyle/>
        <a:p>
          <a:endParaRPr lang="en-US"/>
        </a:p>
      </dgm:t>
    </dgm:pt>
    <dgm:pt modelId="{DA7DE4AD-7D6D-406A-AF48-2C1E5C035848}">
      <dgm:prSet/>
      <dgm:spPr/>
      <dgm:t>
        <a:bodyPr/>
        <a:lstStyle/>
        <a:p>
          <a:r>
            <a:rPr lang="es-MX" b="1"/>
            <a:t>&lt;movable-area&gt; / &lt;movable-view&gt;</a:t>
          </a:r>
          <a:r>
            <a:rPr lang="es-MX"/>
            <a:t>: Estos dos componentes trabajan juntos. &lt;movable-area&gt; define la zona de movimiento, y &lt;movable-view&gt; es el elemento que se puede </a:t>
          </a:r>
          <a:r>
            <a:rPr lang="es-MX" b="1"/>
            <a:t>arrastrar</a:t>
          </a:r>
          <a:r>
            <a:rPr lang="es-MX"/>
            <a:t> dentro de esa área.</a:t>
          </a:r>
          <a:endParaRPr lang="en-US"/>
        </a:p>
      </dgm:t>
    </dgm:pt>
    <dgm:pt modelId="{0A0EE7B1-BF77-41FB-BB4F-524BC04CCEB1}" type="parTrans" cxnId="{96D000DA-BDD3-4317-AEDB-50B74A77B078}">
      <dgm:prSet/>
      <dgm:spPr/>
      <dgm:t>
        <a:bodyPr/>
        <a:lstStyle/>
        <a:p>
          <a:endParaRPr lang="en-US"/>
        </a:p>
      </dgm:t>
    </dgm:pt>
    <dgm:pt modelId="{B29F0FF9-1651-4A03-8A61-D4989983688C}" type="sibTrans" cxnId="{96D000DA-BDD3-4317-AEDB-50B74A77B078}">
      <dgm:prSet/>
      <dgm:spPr/>
      <dgm:t>
        <a:bodyPr/>
        <a:lstStyle/>
        <a:p>
          <a:endParaRPr lang="en-US"/>
        </a:p>
      </dgm:t>
    </dgm:pt>
    <dgm:pt modelId="{38152ECC-9971-49D0-A409-B214FCF94D06}" type="pres">
      <dgm:prSet presAssocID="{9955BEAB-0B33-4B1D-A5E0-4A383D82611B}" presName="linear" presStyleCnt="0">
        <dgm:presLayoutVars>
          <dgm:animLvl val="lvl"/>
          <dgm:resizeHandles val="exact"/>
        </dgm:presLayoutVars>
      </dgm:prSet>
      <dgm:spPr/>
    </dgm:pt>
    <dgm:pt modelId="{AA073991-BD19-4C3D-9273-867A29B41A22}" type="pres">
      <dgm:prSet presAssocID="{25AB9968-3A73-483C-9432-E49211AEF881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F4C4FC2-ED19-405A-8229-8401B5240122}" type="pres">
      <dgm:prSet presAssocID="{015834F1-A9BE-4DDF-A87E-39631773C3CB}" presName="spacer" presStyleCnt="0"/>
      <dgm:spPr/>
    </dgm:pt>
    <dgm:pt modelId="{F0A0045B-99AE-4E7C-BF72-34FD1B87B37E}" type="pres">
      <dgm:prSet presAssocID="{C4D666E9-D196-45C2-9916-B82CEC8164E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32AE524-A466-4876-B837-4B3A3A1D03C2}" type="pres">
      <dgm:prSet presAssocID="{0B54B482-7B58-4388-923A-B75A0CEA4A52}" presName="spacer" presStyleCnt="0"/>
      <dgm:spPr/>
    </dgm:pt>
    <dgm:pt modelId="{FE52877A-F26D-4ABC-91B5-E8ED3FC0AA23}" type="pres">
      <dgm:prSet presAssocID="{9DDCF250-6900-482C-A3D2-F3F6658FE60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637966C-FA59-41DB-B30C-FC0C21CFC2E1}" type="pres">
      <dgm:prSet presAssocID="{31725776-868A-4304-946E-033937177D0C}" presName="spacer" presStyleCnt="0"/>
      <dgm:spPr/>
    </dgm:pt>
    <dgm:pt modelId="{70559EF2-536C-44D5-81E2-66C0B9878978}" type="pres">
      <dgm:prSet presAssocID="{DB5A0E3D-63BE-4E59-895B-F439B681004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7EC36CE-7D26-43B6-8AF8-D95AD7890A99}" type="pres">
      <dgm:prSet presAssocID="{112FF715-AE9C-4CC9-A5B7-F42E219A8C75}" presName="spacer" presStyleCnt="0"/>
      <dgm:spPr/>
    </dgm:pt>
    <dgm:pt modelId="{968484CF-F617-40ED-8CDF-71BFC53A917B}" type="pres">
      <dgm:prSet presAssocID="{DA7DE4AD-7D6D-406A-AF48-2C1E5C03584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6CD74909-C908-41ED-A775-60A0504EA16E}" type="presOf" srcId="{9DDCF250-6900-482C-A3D2-F3F6658FE601}" destId="{FE52877A-F26D-4ABC-91B5-E8ED3FC0AA23}" srcOrd="0" destOrd="0" presId="urn:microsoft.com/office/officeart/2005/8/layout/vList2"/>
    <dgm:cxn modelId="{0D8E0921-E96B-4EA5-9B90-3D9AA098AB94}" type="presOf" srcId="{DA7DE4AD-7D6D-406A-AF48-2C1E5C035848}" destId="{968484CF-F617-40ED-8CDF-71BFC53A917B}" srcOrd="0" destOrd="0" presId="urn:microsoft.com/office/officeart/2005/8/layout/vList2"/>
    <dgm:cxn modelId="{FA9E2E3B-FE87-44A0-A98A-19506F418877}" srcId="{9955BEAB-0B33-4B1D-A5E0-4A383D82611B}" destId="{9DDCF250-6900-482C-A3D2-F3F6658FE601}" srcOrd="2" destOrd="0" parTransId="{BC0D04F3-8436-42BB-A777-6294237F61BB}" sibTransId="{31725776-868A-4304-946E-033937177D0C}"/>
    <dgm:cxn modelId="{892A074A-9E5A-43DC-865D-0B91AC317122}" type="presOf" srcId="{C4D666E9-D196-45C2-9916-B82CEC8164E3}" destId="{F0A0045B-99AE-4E7C-BF72-34FD1B87B37E}" srcOrd="0" destOrd="0" presId="urn:microsoft.com/office/officeart/2005/8/layout/vList2"/>
    <dgm:cxn modelId="{4F878FA3-4FA4-4C4E-8DFA-0454F719E4C0}" type="presOf" srcId="{25AB9968-3A73-483C-9432-E49211AEF881}" destId="{AA073991-BD19-4C3D-9273-867A29B41A22}" srcOrd="0" destOrd="0" presId="urn:microsoft.com/office/officeart/2005/8/layout/vList2"/>
    <dgm:cxn modelId="{8164AFB4-6E17-48AC-86B5-5EDFABAFEC33}" srcId="{9955BEAB-0B33-4B1D-A5E0-4A383D82611B}" destId="{C4D666E9-D196-45C2-9916-B82CEC8164E3}" srcOrd="1" destOrd="0" parTransId="{7358C08A-7AD8-4F4A-9AB2-3B7419ACAF62}" sibTransId="{0B54B482-7B58-4388-923A-B75A0CEA4A52}"/>
    <dgm:cxn modelId="{D622D4C1-B093-4861-B3E8-782F4B0084F3}" type="presOf" srcId="{9955BEAB-0B33-4B1D-A5E0-4A383D82611B}" destId="{38152ECC-9971-49D0-A409-B214FCF94D06}" srcOrd="0" destOrd="0" presId="urn:microsoft.com/office/officeart/2005/8/layout/vList2"/>
    <dgm:cxn modelId="{6A4342CB-31FC-4EF2-B6A9-BA439909DB68}" srcId="{9955BEAB-0B33-4B1D-A5E0-4A383D82611B}" destId="{DB5A0E3D-63BE-4E59-895B-F439B6810044}" srcOrd="3" destOrd="0" parTransId="{A042F7A3-727C-426D-8407-ABA68567F1F2}" sibTransId="{112FF715-AE9C-4CC9-A5B7-F42E219A8C75}"/>
    <dgm:cxn modelId="{B086BDD3-3CAF-45BE-B810-921ABB448521}" type="presOf" srcId="{DB5A0E3D-63BE-4E59-895B-F439B6810044}" destId="{70559EF2-536C-44D5-81E2-66C0B9878978}" srcOrd="0" destOrd="0" presId="urn:microsoft.com/office/officeart/2005/8/layout/vList2"/>
    <dgm:cxn modelId="{96D000DA-BDD3-4317-AEDB-50B74A77B078}" srcId="{9955BEAB-0B33-4B1D-A5E0-4A383D82611B}" destId="{DA7DE4AD-7D6D-406A-AF48-2C1E5C035848}" srcOrd="4" destOrd="0" parTransId="{0A0EE7B1-BF77-41FB-BB4F-524BC04CCEB1}" sibTransId="{B29F0FF9-1651-4A03-8A61-D4989983688C}"/>
    <dgm:cxn modelId="{BB2D17DB-E43F-4EAB-9189-E3C09E1D37D5}" srcId="{9955BEAB-0B33-4B1D-A5E0-4A383D82611B}" destId="{25AB9968-3A73-483C-9432-E49211AEF881}" srcOrd="0" destOrd="0" parTransId="{C779DB79-7103-407A-9DA6-D79CA43EB142}" sibTransId="{015834F1-A9BE-4DDF-A87E-39631773C3CB}"/>
    <dgm:cxn modelId="{8BEC34B9-C6A3-4C3D-B4B8-D9866B3A516A}" type="presParOf" srcId="{38152ECC-9971-49D0-A409-B214FCF94D06}" destId="{AA073991-BD19-4C3D-9273-867A29B41A22}" srcOrd="0" destOrd="0" presId="urn:microsoft.com/office/officeart/2005/8/layout/vList2"/>
    <dgm:cxn modelId="{87466E1C-395C-4AD5-BD17-AFD530903E6C}" type="presParOf" srcId="{38152ECC-9971-49D0-A409-B214FCF94D06}" destId="{AF4C4FC2-ED19-405A-8229-8401B5240122}" srcOrd="1" destOrd="0" presId="urn:microsoft.com/office/officeart/2005/8/layout/vList2"/>
    <dgm:cxn modelId="{2B381CEA-9AF1-4DBE-96A7-C50398976E00}" type="presParOf" srcId="{38152ECC-9971-49D0-A409-B214FCF94D06}" destId="{F0A0045B-99AE-4E7C-BF72-34FD1B87B37E}" srcOrd="2" destOrd="0" presId="urn:microsoft.com/office/officeart/2005/8/layout/vList2"/>
    <dgm:cxn modelId="{9784267E-43AC-4302-9071-FCDAE2A4B339}" type="presParOf" srcId="{38152ECC-9971-49D0-A409-B214FCF94D06}" destId="{C32AE524-A466-4876-B837-4B3A3A1D03C2}" srcOrd="3" destOrd="0" presId="urn:microsoft.com/office/officeart/2005/8/layout/vList2"/>
    <dgm:cxn modelId="{D131C334-3B07-4C16-B0B1-3E8E0EC58A1F}" type="presParOf" srcId="{38152ECC-9971-49D0-A409-B214FCF94D06}" destId="{FE52877A-F26D-4ABC-91B5-E8ED3FC0AA23}" srcOrd="4" destOrd="0" presId="urn:microsoft.com/office/officeart/2005/8/layout/vList2"/>
    <dgm:cxn modelId="{F7C30DF2-A1B0-437A-9DF7-477D9D5A6231}" type="presParOf" srcId="{38152ECC-9971-49D0-A409-B214FCF94D06}" destId="{1637966C-FA59-41DB-B30C-FC0C21CFC2E1}" srcOrd="5" destOrd="0" presId="urn:microsoft.com/office/officeart/2005/8/layout/vList2"/>
    <dgm:cxn modelId="{01E72287-08AE-4014-8E16-DFD3583CA2BE}" type="presParOf" srcId="{38152ECC-9971-49D0-A409-B214FCF94D06}" destId="{70559EF2-536C-44D5-81E2-66C0B9878978}" srcOrd="6" destOrd="0" presId="urn:microsoft.com/office/officeart/2005/8/layout/vList2"/>
    <dgm:cxn modelId="{2575C246-83A4-465C-B4AF-D26F1E6DC0F4}" type="presParOf" srcId="{38152ECC-9971-49D0-A409-B214FCF94D06}" destId="{47EC36CE-7D26-43B6-8AF8-D95AD7890A99}" srcOrd="7" destOrd="0" presId="urn:microsoft.com/office/officeart/2005/8/layout/vList2"/>
    <dgm:cxn modelId="{96FE3229-CCB9-44A6-849C-4AA4BC306C07}" type="presParOf" srcId="{38152ECC-9971-49D0-A409-B214FCF94D06}" destId="{968484CF-F617-40ED-8CDF-71BFC53A917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B128655-9C0A-4B32-8A21-5AAA2A02F1B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E0CA598-09ED-4210-9F96-AB3797EABF83}">
      <dgm:prSet/>
      <dgm:spPr/>
      <dgm:t>
        <a:bodyPr/>
        <a:lstStyle/>
        <a:p>
          <a:r>
            <a:rPr lang="es-MX" b="1"/>
            <a:t>&lt;text&gt;</a:t>
          </a:r>
          <a:r>
            <a:rPr lang="es-MX"/>
            <a:t>: Se utiliza para </a:t>
          </a:r>
          <a:r>
            <a:rPr lang="es-MX" b="1"/>
            <a:t>mostrar texto</a:t>
          </a:r>
          <a:r>
            <a:rPr lang="es-MX"/>
            <a:t> en la interfaz. A diferencia de view, este componente no puede contener otros elementos, solo texto.</a:t>
          </a:r>
          <a:endParaRPr lang="en-US"/>
        </a:p>
      </dgm:t>
    </dgm:pt>
    <dgm:pt modelId="{0E9D7DC9-666C-4D63-88A5-F498CE9945FA}" type="parTrans" cxnId="{B9383D1F-F136-46F2-867F-6DD43A7919C7}">
      <dgm:prSet/>
      <dgm:spPr/>
      <dgm:t>
        <a:bodyPr/>
        <a:lstStyle/>
        <a:p>
          <a:endParaRPr lang="en-US"/>
        </a:p>
      </dgm:t>
    </dgm:pt>
    <dgm:pt modelId="{A5BA2495-7D10-4982-8ACF-5B0B1FD09E85}" type="sibTrans" cxnId="{B9383D1F-F136-46F2-867F-6DD43A7919C7}">
      <dgm:prSet/>
      <dgm:spPr/>
      <dgm:t>
        <a:bodyPr/>
        <a:lstStyle/>
        <a:p>
          <a:endParaRPr lang="en-US"/>
        </a:p>
      </dgm:t>
    </dgm:pt>
    <dgm:pt modelId="{CA694327-1BFC-4488-9F87-3CF56863F15C}">
      <dgm:prSet/>
      <dgm:spPr/>
      <dgm:t>
        <a:bodyPr/>
        <a:lstStyle/>
        <a:p>
          <a:r>
            <a:rPr lang="es-MX" b="1"/>
            <a:t>&lt;icon&gt;</a:t>
          </a:r>
          <a:r>
            <a:rPr lang="es-MX"/>
            <a:t>: Permite mostrar </a:t>
          </a:r>
          <a:r>
            <a:rPr lang="es-MX" b="1"/>
            <a:t>íconos nativos</a:t>
          </a:r>
          <a:r>
            <a:rPr lang="es-MX"/>
            <a:t> predefinidos de la plataforma. Son ligeros y no requieren cargar imágenes externas.</a:t>
          </a:r>
          <a:endParaRPr lang="en-US"/>
        </a:p>
      </dgm:t>
    </dgm:pt>
    <dgm:pt modelId="{5C07DB23-D797-4A87-BAC9-E8F2F80A0059}" type="parTrans" cxnId="{EAD35682-F5E3-450E-BDFF-A72C62DA2623}">
      <dgm:prSet/>
      <dgm:spPr/>
      <dgm:t>
        <a:bodyPr/>
        <a:lstStyle/>
        <a:p>
          <a:endParaRPr lang="en-US"/>
        </a:p>
      </dgm:t>
    </dgm:pt>
    <dgm:pt modelId="{9A291124-5011-418A-B708-38E30F78E292}" type="sibTrans" cxnId="{EAD35682-F5E3-450E-BDFF-A72C62DA2623}">
      <dgm:prSet/>
      <dgm:spPr/>
      <dgm:t>
        <a:bodyPr/>
        <a:lstStyle/>
        <a:p>
          <a:endParaRPr lang="en-US"/>
        </a:p>
      </dgm:t>
    </dgm:pt>
    <dgm:pt modelId="{0B813D9C-83A7-478D-874B-DDB4024B7512}">
      <dgm:prSet/>
      <dgm:spPr/>
      <dgm:t>
        <a:bodyPr/>
        <a:lstStyle/>
        <a:p>
          <a:r>
            <a:rPr lang="es-MX" b="1"/>
            <a:t>&lt;progress&gt;</a:t>
          </a:r>
          <a:r>
            <a:rPr lang="es-MX"/>
            <a:t>: Muestra una </a:t>
          </a:r>
          <a:r>
            <a:rPr lang="es-MX" b="1"/>
            <a:t>barra de progreso</a:t>
          </a:r>
          <a:r>
            <a:rPr lang="es-MX"/>
            <a:t> visual. Ideal para indicar el estado de una carga o el avance en una tarea.</a:t>
          </a:r>
          <a:endParaRPr lang="en-US"/>
        </a:p>
      </dgm:t>
    </dgm:pt>
    <dgm:pt modelId="{C52EED67-DF46-4181-AD6F-0A4D0419EEAB}" type="parTrans" cxnId="{50C5A191-9ED8-4C44-B421-C6C79F47E3AA}">
      <dgm:prSet/>
      <dgm:spPr/>
      <dgm:t>
        <a:bodyPr/>
        <a:lstStyle/>
        <a:p>
          <a:endParaRPr lang="en-US"/>
        </a:p>
      </dgm:t>
    </dgm:pt>
    <dgm:pt modelId="{22C7E0CA-A0EB-4013-BE92-8F564829031A}" type="sibTrans" cxnId="{50C5A191-9ED8-4C44-B421-C6C79F47E3AA}">
      <dgm:prSet/>
      <dgm:spPr/>
      <dgm:t>
        <a:bodyPr/>
        <a:lstStyle/>
        <a:p>
          <a:endParaRPr lang="en-US"/>
        </a:p>
      </dgm:t>
    </dgm:pt>
    <dgm:pt modelId="{CFBC48CD-2067-4737-9251-1FCED2CAAE94}" type="pres">
      <dgm:prSet presAssocID="{2B128655-9C0A-4B32-8A21-5AAA2A02F1B4}" presName="linear" presStyleCnt="0">
        <dgm:presLayoutVars>
          <dgm:animLvl val="lvl"/>
          <dgm:resizeHandles val="exact"/>
        </dgm:presLayoutVars>
      </dgm:prSet>
      <dgm:spPr/>
    </dgm:pt>
    <dgm:pt modelId="{CFA1C1A6-1B9F-444E-BCE9-14F0FBBCFE9C}" type="pres">
      <dgm:prSet presAssocID="{2E0CA598-09ED-4210-9F96-AB3797EABF8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266A8B8-A780-4B2A-BE38-3412134EF60E}" type="pres">
      <dgm:prSet presAssocID="{A5BA2495-7D10-4982-8ACF-5B0B1FD09E85}" presName="spacer" presStyleCnt="0"/>
      <dgm:spPr/>
    </dgm:pt>
    <dgm:pt modelId="{E800A952-8DEA-437D-BCF8-B3883484E906}" type="pres">
      <dgm:prSet presAssocID="{CA694327-1BFC-4488-9F87-3CF56863F15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7D8A7E0-301D-4C80-8266-59EAB5BFB88F}" type="pres">
      <dgm:prSet presAssocID="{9A291124-5011-418A-B708-38E30F78E292}" presName="spacer" presStyleCnt="0"/>
      <dgm:spPr/>
    </dgm:pt>
    <dgm:pt modelId="{59EEE85F-F484-4C6E-B40A-D9B50B1F1A0E}" type="pres">
      <dgm:prSet presAssocID="{0B813D9C-83A7-478D-874B-DDB4024B751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9383D1F-F136-46F2-867F-6DD43A7919C7}" srcId="{2B128655-9C0A-4B32-8A21-5AAA2A02F1B4}" destId="{2E0CA598-09ED-4210-9F96-AB3797EABF83}" srcOrd="0" destOrd="0" parTransId="{0E9D7DC9-666C-4D63-88A5-F498CE9945FA}" sibTransId="{A5BA2495-7D10-4982-8ACF-5B0B1FD09E85}"/>
    <dgm:cxn modelId="{84665025-DC7B-452E-8576-2125C55B8EDF}" type="presOf" srcId="{2E0CA598-09ED-4210-9F96-AB3797EABF83}" destId="{CFA1C1A6-1B9F-444E-BCE9-14F0FBBCFE9C}" srcOrd="0" destOrd="0" presId="urn:microsoft.com/office/officeart/2005/8/layout/vList2"/>
    <dgm:cxn modelId="{EAD35682-F5E3-450E-BDFF-A72C62DA2623}" srcId="{2B128655-9C0A-4B32-8A21-5AAA2A02F1B4}" destId="{CA694327-1BFC-4488-9F87-3CF56863F15C}" srcOrd="1" destOrd="0" parTransId="{5C07DB23-D797-4A87-BAC9-E8F2F80A0059}" sibTransId="{9A291124-5011-418A-B708-38E30F78E292}"/>
    <dgm:cxn modelId="{50C5A191-9ED8-4C44-B421-C6C79F47E3AA}" srcId="{2B128655-9C0A-4B32-8A21-5AAA2A02F1B4}" destId="{0B813D9C-83A7-478D-874B-DDB4024B7512}" srcOrd="2" destOrd="0" parTransId="{C52EED67-DF46-4181-AD6F-0A4D0419EEAB}" sibTransId="{22C7E0CA-A0EB-4013-BE92-8F564829031A}"/>
    <dgm:cxn modelId="{D8AACAA7-B69C-4389-8217-87EAD6FBD8C4}" type="presOf" srcId="{0B813D9C-83A7-478D-874B-DDB4024B7512}" destId="{59EEE85F-F484-4C6E-B40A-D9B50B1F1A0E}" srcOrd="0" destOrd="0" presId="urn:microsoft.com/office/officeart/2005/8/layout/vList2"/>
    <dgm:cxn modelId="{E98BB1BB-7ECE-485F-AB2C-F6D5D694FB6E}" type="presOf" srcId="{CA694327-1BFC-4488-9F87-3CF56863F15C}" destId="{E800A952-8DEA-437D-BCF8-B3883484E906}" srcOrd="0" destOrd="0" presId="urn:microsoft.com/office/officeart/2005/8/layout/vList2"/>
    <dgm:cxn modelId="{244C9BF2-2014-4EFF-9AD0-07AA38FD8C24}" type="presOf" srcId="{2B128655-9C0A-4B32-8A21-5AAA2A02F1B4}" destId="{CFBC48CD-2067-4737-9251-1FCED2CAAE94}" srcOrd="0" destOrd="0" presId="urn:microsoft.com/office/officeart/2005/8/layout/vList2"/>
    <dgm:cxn modelId="{531F65A8-206C-47E0-B0C2-841838BDD8F0}" type="presParOf" srcId="{CFBC48CD-2067-4737-9251-1FCED2CAAE94}" destId="{CFA1C1A6-1B9F-444E-BCE9-14F0FBBCFE9C}" srcOrd="0" destOrd="0" presId="urn:microsoft.com/office/officeart/2005/8/layout/vList2"/>
    <dgm:cxn modelId="{5383E44D-065B-442F-AE05-2C0A68B8D7D8}" type="presParOf" srcId="{CFBC48CD-2067-4737-9251-1FCED2CAAE94}" destId="{6266A8B8-A780-4B2A-BE38-3412134EF60E}" srcOrd="1" destOrd="0" presId="urn:microsoft.com/office/officeart/2005/8/layout/vList2"/>
    <dgm:cxn modelId="{9167C402-2A36-4170-AED9-F159DFAF86D1}" type="presParOf" srcId="{CFBC48CD-2067-4737-9251-1FCED2CAAE94}" destId="{E800A952-8DEA-437D-BCF8-B3883484E906}" srcOrd="2" destOrd="0" presId="urn:microsoft.com/office/officeart/2005/8/layout/vList2"/>
    <dgm:cxn modelId="{5F429261-876F-4E7D-8AE8-220D029A91FE}" type="presParOf" srcId="{CFBC48CD-2067-4737-9251-1FCED2CAAE94}" destId="{87D8A7E0-301D-4C80-8266-59EAB5BFB88F}" srcOrd="3" destOrd="0" presId="urn:microsoft.com/office/officeart/2005/8/layout/vList2"/>
    <dgm:cxn modelId="{6220CEED-F37B-4EFD-8A08-6218762B3995}" type="presParOf" srcId="{CFBC48CD-2067-4737-9251-1FCED2CAAE94}" destId="{59EEE85F-F484-4C6E-B40A-D9B50B1F1A0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CE9D16A-7714-44AF-9428-5314A472383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818A9F0-ED16-4694-9199-B71D7AF2BB25}">
      <dgm:prSet/>
      <dgm:spPr/>
      <dgm:t>
        <a:bodyPr/>
        <a:lstStyle/>
        <a:p>
          <a:r>
            <a:rPr lang="es-MX" b="1"/>
            <a:t>&lt;input&gt;</a:t>
          </a:r>
          <a:r>
            <a:rPr lang="es-MX"/>
            <a:t>: Un </a:t>
          </a:r>
          <a:r>
            <a:rPr lang="es-MX" b="1"/>
            <a:t>campo de texto</a:t>
          </a:r>
          <a:r>
            <a:rPr lang="es-MX"/>
            <a:t> para que el usuario ingrese información en una sola línea, como nombres o correos electrónicos.</a:t>
          </a:r>
          <a:endParaRPr lang="en-US"/>
        </a:p>
      </dgm:t>
    </dgm:pt>
    <dgm:pt modelId="{DFE5F92A-6875-48CF-9642-7A0EB4805E31}" type="parTrans" cxnId="{6D74C452-5669-422D-9C7C-A22F5B81938D}">
      <dgm:prSet/>
      <dgm:spPr/>
      <dgm:t>
        <a:bodyPr/>
        <a:lstStyle/>
        <a:p>
          <a:endParaRPr lang="en-US"/>
        </a:p>
      </dgm:t>
    </dgm:pt>
    <dgm:pt modelId="{DEF6644E-E208-4030-AE5F-1DBED5CD00C3}" type="sibTrans" cxnId="{6D74C452-5669-422D-9C7C-A22F5B81938D}">
      <dgm:prSet/>
      <dgm:spPr/>
      <dgm:t>
        <a:bodyPr/>
        <a:lstStyle/>
        <a:p>
          <a:endParaRPr lang="en-US"/>
        </a:p>
      </dgm:t>
    </dgm:pt>
    <dgm:pt modelId="{05E28075-8574-42B6-AA55-48053BFA623C}">
      <dgm:prSet/>
      <dgm:spPr/>
      <dgm:t>
        <a:bodyPr/>
        <a:lstStyle/>
        <a:p>
          <a:r>
            <a:rPr lang="es-MX" b="1"/>
            <a:t>&lt;textarea&gt;</a:t>
          </a:r>
          <a:r>
            <a:rPr lang="es-MX"/>
            <a:t>: Similar a input, pero para </a:t>
          </a:r>
          <a:r>
            <a:rPr lang="es-MX" b="1"/>
            <a:t>texto multilinea</a:t>
          </a:r>
          <a:r>
            <a:rPr lang="es-MX"/>
            <a:t>, como comentarios o descripciones.</a:t>
          </a:r>
          <a:endParaRPr lang="en-US"/>
        </a:p>
      </dgm:t>
    </dgm:pt>
    <dgm:pt modelId="{27AD1507-41C8-4173-8D55-5F1E68D761A7}" type="parTrans" cxnId="{FB4B0168-22A9-4EBB-850A-E4943686FAEC}">
      <dgm:prSet/>
      <dgm:spPr/>
      <dgm:t>
        <a:bodyPr/>
        <a:lstStyle/>
        <a:p>
          <a:endParaRPr lang="en-US"/>
        </a:p>
      </dgm:t>
    </dgm:pt>
    <dgm:pt modelId="{242ACF5F-D7D5-442F-9EA3-6F2874BDFD99}" type="sibTrans" cxnId="{FB4B0168-22A9-4EBB-850A-E4943686FAEC}">
      <dgm:prSet/>
      <dgm:spPr/>
      <dgm:t>
        <a:bodyPr/>
        <a:lstStyle/>
        <a:p>
          <a:endParaRPr lang="en-US"/>
        </a:p>
      </dgm:t>
    </dgm:pt>
    <dgm:pt modelId="{0D18B4A3-3B06-448A-A089-231FAC3DCAF9}">
      <dgm:prSet/>
      <dgm:spPr/>
      <dgm:t>
        <a:bodyPr/>
        <a:lstStyle/>
        <a:p>
          <a:r>
            <a:rPr lang="es-MX" b="1"/>
            <a:t>&lt;switch&gt;</a:t>
          </a:r>
          <a:r>
            <a:rPr lang="es-MX"/>
            <a:t>: Un </a:t>
          </a:r>
          <a:r>
            <a:rPr lang="es-MX" b="1"/>
            <a:t>interruptor</a:t>
          </a:r>
          <a:r>
            <a:rPr lang="es-MX"/>
            <a:t> para seleccionar entre dos estados, como </a:t>
          </a:r>
          <a:r>
            <a:rPr lang="es-MX" b="1"/>
            <a:t>on/off</a:t>
          </a:r>
          <a:r>
            <a:rPr lang="es-MX"/>
            <a:t> o verdadero/falso.</a:t>
          </a:r>
          <a:endParaRPr lang="en-US"/>
        </a:p>
      </dgm:t>
    </dgm:pt>
    <dgm:pt modelId="{86EEDAE7-2924-4357-88C6-549ABDD7C827}" type="parTrans" cxnId="{818EE43F-7D68-480D-AA6F-8ABF9AF6B2C0}">
      <dgm:prSet/>
      <dgm:spPr/>
      <dgm:t>
        <a:bodyPr/>
        <a:lstStyle/>
        <a:p>
          <a:endParaRPr lang="en-US"/>
        </a:p>
      </dgm:t>
    </dgm:pt>
    <dgm:pt modelId="{B0EF7CBB-FEE2-43E5-8246-AFBF17535A71}" type="sibTrans" cxnId="{818EE43F-7D68-480D-AA6F-8ABF9AF6B2C0}">
      <dgm:prSet/>
      <dgm:spPr/>
      <dgm:t>
        <a:bodyPr/>
        <a:lstStyle/>
        <a:p>
          <a:endParaRPr lang="en-US"/>
        </a:p>
      </dgm:t>
    </dgm:pt>
    <dgm:pt modelId="{FCF47363-16EE-4450-BD55-9BE8D18D7491}">
      <dgm:prSet/>
      <dgm:spPr/>
      <dgm:t>
        <a:bodyPr/>
        <a:lstStyle/>
        <a:p>
          <a:r>
            <a:rPr lang="es-MX" b="1"/>
            <a:t>&lt;radio&gt; / &lt;checkbox&gt;</a:t>
          </a:r>
          <a:r>
            <a:rPr lang="es-MX"/>
            <a:t>: &lt;radio&gt; se usa para </a:t>
          </a:r>
          <a:r>
            <a:rPr lang="es-MX" b="1"/>
            <a:t>selección única</a:t>
          </a:r>
          <a:r>
            <a:rPr lang="es-MX"/>
            <a:t> de una opción, mientras que &lt;checkbox&gt; permite </a:t>
          </a:r>
          <a:r>
            <a:rPr lang="es-MX" b="1"/>
            <a:t>selección múltiple</a:t>
          </a:r>
          <a:r>
            <a:rPr lang="es-MX"/>
            <a:t>.</a:t>
          </a:r>
          <a:endParaRPr lang="en-US"/>
        </a:p>
      </dgm:t>
    </dgm:pt>
    <dgm:pt modelId="{3B660870-C309-49C0-A011-FB9264C2AC98}" type="parTrans" cxnId="{01234FB1-4429-41F9-9750-F5318F8CF22A}">
      <dgm:prSet/>
      <dgm:spPr/>
      <dgm:t>
        <a:bodyPr/>
        <a:lstStyle/>
        <a:p>
          <a:endParaRPr lang="en-US"/>
        </a:p>
      </dgm:t>
    </dgm:pt>
    <dgm:pt modelId="{66781F30-1EBB-49D0-8F9B-B222AFFAE5FB}" type="sibTrans" cxnId="{01234FB1-4429-41F9-9750-F5318F8CF22A}">
      <dgm:prSet/>
      <dgm:spPr/>
      <dgm:t>
        <a:bodyPr/>
        <a:lstStyle/>
        <a:p>
          <a:endParaRPr lang="en-US"/>
        </a:p>
      </dgm:t>
    </dgm:pt>
    <dgm:pt modelId="{49015971-D08F-4A25-AA6E-40F99018157B}" type="pres">
      <dgm:prSet presAssocID="{8CE9D16A-7714-44AF-9428-5314A472383F}" presName="linear" presStyleCnt="0">
        <dgm:presLayoutVars>
          <dgm:animLvl val="lvl"/>
          <dgm:resizeHandles val="exact"/>
        </dgm:presLayoutVars>
      </dgm:prSet>
      <dgm:spPr/>
    </dgm:pt>
    <dgm:pt modelId="{17CB8193-E51C-4426-A313-1E49E15EBF62}" type="pres">
      <dgm:prSet presAssocID="{D818A9F0-ED16-4694-9199-B71D7AF2BB2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999499D-419E-428F-A93D-E27020B13AFE}" type="pres">
      <dgm:prSet presAssocID="{DEF6644E-E208-4030-AE5F-1DBED5CD00C3}" presName="spacer" presStyleCnt="0"/>
      <dgm:spPr/>
    </dgm:pt>
    <dgm:pt modelId="{19DDA890-697C-41EB-AD44-AAC012B69489}" type="pres">
      <dgm:prSet presAssocID="{05E28075-8574-42B6-AA55-48053BFA623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DAF186F-7D33-4148-9B6C-E9DFC6CB2324}" type="pres">
      <dgm:prSet presAssocID="{242ACF5F-D7D5-442F-9EA3-6F2874BDFD99}" presName="spacer" presStyleCnt="0"/>
      <dgm:spPr/>
    </dgm:pt>
    <dgm:pt modelId="{25F5D15B-609A-4FA9-8C90-21C910A78495}" type="pres">
      <dgm:prSet presAssocID="{0D18B4A3-3B06-448A-A089-231FAC3DCAF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F2B8EA0-94F8-49D0-86AA-03055D335E0E}" type="pres">
      <dgm:prSet presAssocID="{B0EF7CBB-FEE2-43E5-8246-AFBF17535A71}" presName="spacer" presStyleCnt="0"/>
      <dgm:spPr/>
    </dgm:pt>
    <dgm:pt modelId="{3D002F36-3717-4428-B8B0-8FC28FDC295E}" type="pres">
      <dgm:prSet presAssocID="{FCF47363-16EE-4450-BD55-9BE8D18D749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B255810-2B47-48C9-8304-F60C478EBD26}" type="presOf" srcId="{05E28075-8574-42B6-AA55-48053BFA623C}" destId="{19DDA890-697C-41EB-AD44-AAC012B69489}" srcOrd="0" destOrd="0" presId="urn:microsoft.com/office/officeart/2005/8/layout/vList2"/>
    <dgm:cxn modelId="{C5E6F815-0244-4F37-9E08-F9103AD8EF47}" type="presOf" srcId="{D818A9F0-ED16-4694-9199-B71D7AF2BB25}" destId="{17CB8193-E51C-4426-A313-1E49E15EBF62}" srcOrd="0" destOrd="0" presId="urn:microsoft.com/office/officeart/2005/8/layout/vList2"/>
    <dgm:cxn modelId="{15CB8A19-991F-435D-A0E0-2AFA5581F504}" type="presOf" srcId="{0D18B4A3-3B06-448A-A089-231FAC3DCAF9}" destId="{25F5D15B-609A-4FA9-8C90-21C910A78495}" srcOrd="0" destOrd="0" presId="urn:microsoft.com/office/officeart/2005/8/layout/vList2"/>
    <dgm:cxn modelId="{818EE43F-7D68-480D-AA6F-8ABF9AF6B2C0}" srcId="{8CE9D16A-7714-44AF-9428-5314A472383F}" destId="{0D18B4A3-3B06-448A-A089-231FAC3DCAF9}" srcOrd="2" destOrd="0" parTransId="{86EEDAE7-2924-4357-88C6-549ABDD7C827}" sibTransId="{B0EF7CBB-FEE2-43E5-8246-AFBF17535A71}"/>
    <dgm:cxn modelId="{FB4B0168-22A9-4EBB-850A-E4943686FAEC}" srcId="{8CE9D16A-7714-44AF-9428-5314A472383F}" destId="{05E28075-8574-42B6-AA55-48053BFA623C}" srcOrd="1" destOrd="0" parTransId="{27AD1507-41C8-4173-8D55-5F1E68D761A7}" sibTransId="{242ACF5F-D7D5-442F-9EA3-6F2874BDFD99}"/>
    <dgm:cxn modelId="{6D74C452-5669-422D-9C7C-A22F5B81938D}" srcId="{8CE9D16A-7714-44AF-9428-5314A472383F}" destId="{D818A9F0-ED16-4694-9199-B71D7AF2BB25}" srcOrd="0" destOrd="0" parTransId="{DFE5F92A-6875-48CF-9642-7A0EB4805E31}" sibTransId="{DEF6644E-E208-4030-AE5F-1DBED5CD00C3}"/>
    <dgm:cxn modelId="{01234FB1-4429-41F9-9750-F5318F8CF22A}" srcId="{8CE9D16A-7714-44AF-9428-5314A472383F}" destId="{FCF47363-16EE-4450-BD55-9BE8D18D7491}" srcOrd="3" destOrd="0" parTransId="{3B660870-C309-49C0-A011-FB9264C2AC98}" sibTransId="{66781F30-1EBB-49D0-8F9B-B222AFFAE5FB}"/>
    <dgm:cxn modelId="{33792DDA-1D17-4152-99A0-721AC827F418}" type="presOf" srcId="{8CE9D16A-7714-44AF-9428-5314A472383F}" destId="{49015971-D08F-4A25-AA6E-40F99018157B}" srcOrd="0" destOrd="0" presId="urn:microsoft.com/office/officeart/2005/8/layout/vList2"/>
    <dgm:cxn modelId="{940FAEEE-6417-4CA9-8F0B-C5C3C6C5FD0A}" type="presOf" srcId="{FCF47363-16EE-4450-BD55-9BE8D18D7491}" destId="{3D002F36-3717-4428-B8B0-8FC28FDC295E}" srcOrd="0" destOrd="0" presId="urn:microsoft.com/office/officeart/2005/8/layout/vList2"/>
    <dgm:cxn modelId="{EFDC0055-F702-4137-B5B1-6FCC7CB95476}" type="presParOf" srcId="{49015971-D08F-4A25-AA6E-40F99018157B}" destId="{17CB8193-E51C-4426-A313-1E49E15EBF62}" srcOrd="0" destOrd="0" presId="urn:microsoft.com/office/officeart/2005/8/layout/vList2"/>
    <dgm:cxn modelId="{0128860F-05D8-4372-BEF1-CCC4F00B7F99}" type="presParOf" srcId="{49015971-D08F-4A25-AA6E-40F99018157B}" destId="{C999499D-419E-428F-A93D-E27020B13AFE}" srcOrd="1" destOrd="0" presId="urn:microsoft.com/office/officeart/2005/8/layout/vList2"/>
    <dgm:cxn modelId="{A0011638-9FD7-4326-93D7-550EC664BDF9}" type="presParOf" srcId="{49015971-D08F-4A25-AA6E-40F99018157B}" destId="{19DDA890-697C-41EB-AD44-AAC012B69489}" srcOrd="2" destOrd="0" presId="urn:microsoft.com/office/officeart/2005/8/layout/vList2"/>
    <dgm:cxn modelId="{DA5F3907-30FC-4DF0-82FF-97110824F8DE}" type="presParOf" srcId="{49015971-D08F-4A25-AA6E-40F99018157B}" destId="{ADAF186F-7D33-4148-9B6C-E9DFC6CB2324}" srcOrd="3" destOrd="0" presId="urn:microsoft.com/office/officeart/2005/8/layout/vList2"/>
    <dgm:cxn modelId="{9778724F-863E-4370-8AD7-97E36BA27BBD}" type="presParOf" srcId="{49015971-D08F-4A25-AA6E-40F99018157B}" destId="{25F5D15B-609A-4FA9-8C90-21C910A78495}" srcOrd="4" destOrd="0" presId="urn:microsoft.com/office/officeart/2005/8/layout/vList2"/>
    <dgm:cxn modelId="{0DFBD47B-AB83-48F2-9B0B-C586558BF2A8}" type="presParOf" srcId="{49015971-D08F-4A25-AA6E-40F99018157B}" destId="{FF2B8EA0-94F8-49D0-86AA-03055D335E0E}" srcOrd="5" destOrd="0" presId="urn:microsoft.com/office/officeart/2005/8/layout/vList2"/>
    <dgm:cxn modelId="{E172A4BF-528E-4636-8D95-4E6A0550E844}" type="presParOf" srcId="{49015971-D08F-4A25-AA6E-40F99018157B}" destId="{3D002F36-3717-4428-B8B0-8FC28FDC295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7427295-395D-4A8D-813A-8F540833103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9EB6279-E73D-4601-9265-B9C37E48C37C}">
      <dgm:prSet/>
      <dgm:spPr/>
      <dgm:t>
        <a:bodyPr/>
        <a:lstStyle/>
        <a:p>
          <a:r>
            <a:rPr lang="es-MX" b="1"/>
            <a:t>&lt;picker&gt;</a:t>
          </a:r>
          <a:r>
            <a:rPr lang="es-MX"/>
            <a:t>: Muestra un selector en la parte inferior de la pantalla para elegir entre una </a:t>
          </a:r>
          <a:r>
            <a:rPr lang="es-MX" b="1"/>
            <a:t>lista</a:t>
          </a:r>
          <a:r>
            <a:rPr lang="es-MX"/>
            <a:t> de opciones, fechas o regiones geográficas.</a:t>
          </a:r>
          <a:endParaRPr lang="en-US"/>
        </a:p>
      </dgm:t>
    </dgm:pt>
    <dgm:pt modelId="{7BD19B30-D7BE-40D1-BD1A-9EA9C66B4706}" type="parTrans" cxnId="{AEC7F22F-53AE-48BD-9138-3349558D959A}">
      <dgm:prSet/>
      <dgm:spPr/>
      <dgm:t>
        <a:bodyPr/>
        <a:lstStyle/>
        <a:p>
          <a:endParaRPr lang="en-US"/>
        </a:p>
      </dgm:t>
    </dgm:pt>
    <dgm:pt modelId="{72458600-FD96-4074-9F3A-027ADD48BFA5}" type="sibTrans" cxnId="{AEC7F22F-53AE-48BD-9138-3349558D959A}">
      <dgm:prSet/>
      <dgm:spPr/>
      <dgm:t>
        <a:bodyPr/>
        <a:lstStyle/>
        <a:p>
          <a:endParaRPr lang="en-US"/>
        </a:p>
      </dgm:t>
    </dgm:pt>
    <dgm:pt modelId="{A7058518-0463-43E8-B73B-2B3F7CE91400}">
      <dgm:prSet/>
      <dgm:spPr/>
      <dgm:t>
        <a:bodyPr/>
        <a:lstStyle/>
        <a:p>
          <a:r>
            <a:rPr lang="es-MX" b="1"/>
            <a:t>&lt;label&gt;</a:t>
          </a:r>
          <a:r>
            <a:rPr lang="es-MX"/>
            <a:t>: Se usa para mejorar la </a:t>
          </a:r>
          <a:r>
            <a:rPr lang="es-MX" b="1"/>
            <a:t>accesibilidad</a:t>
          </a:r>
          <a:r>
            <a:rPr lang="es-MX"/>
            <a:t> de un formulario. Al hacer clic en el texto del label, se activa el componente de formulario asociado (como input o radio).</a:t>
          </a:r>
          <a:endParaRPr lang="en-US"/>
        </a:p>
      </dgm:t>
    </dgm:pt>
    <dgm:pt modelId="{7D0F6D2C-1C02-44F9-B8C4-CC06D4EFF205}" type="parTrans" cxnId="{2B75A774-1B77-4EC8-B976-99D633D900D3}">
      <dgm:prSet/>
      <dgm:spPr/>
      <dgm:t>
        <a:bodyPr/>
        <a:lstStyle/>
        <a:p>
          <a:endParaRPr lang="en-US"/>
        </a:p>
      </dgm:t>
    </dgm:pt>
    <dgm:pt modelId="{C543DC81-8308-401E-882A-CB4D41E61DE6}" type="sibTrans" cxnId="{2B75A774-1B77-4EC8-B976-99D633D900D3}">
      <dgm:prSet/>
      <dgm:spPr/>
      <dgm:t>
        <a:bodyPr/>
        <a:lstStyle/>
        <a:p>
          <a:endParaRPr lang="en-US"/>
        </a:p>
      </dgm:t>
    </dgm:pt>
    <dgm:pt modelId="{F8A07BDB-042D-4E35-8CEC-CE5A44FDD7E0}">
      <dgm:prSet/>
      <dgm:spPr/>
      <dgm:t>
        <a:bodyPr/>
        <a:lstStyle/>
        <a:p>
          <a:r>
            <a:rPr lang="es-MX" b="1"/>
            <a:t>&lt;button&gt;</a:t>
          </a:r>
          <a:r>
            <a:rPr lang="es-MX"/>
            <a:t>: Un componente interactivo para </a:t>
          </a:r>
          <a:r>
            <a:rPr lang="es-MX" b="1"/>
            <a:t>realizar acciones</a:t>
          </a:r>
          <a:r>
            <a:rPr lang="es-MX"/>
            <a:t>, como enviar un formulario o activar un evento.</a:t>
          </a:r>
          <a:endParaRPr lang="en-US"/>
        </a:p>
      </dgm:t>
    </dgm:pt>
    <dgm:pt modelId="{7345429D-F33E-406B-ABF4-301DD63D74A9}" type="parTrans" cxnId="{F34F15F5-BAF1-432F-8CDD-F7157E1D84FB}">
      <dgm:prSet/>
      <dgm:spPr/>
      <dgm:t>
        <a:bodyPr/>
        <a:lstStyle/>
        <a:p>
          <a:endParaRPr lang="en-US"/>
        </a:p>
      </dgm:t>
    </dgm:pt>
    <dgm:pt modelId="{AC1B2638-3AB7-4827-924B-F85739A2B063}" type="sibTrans" cxnId="{F34F15F5-BAF1-432F-8CDD-F7157E1D84FB}">
      <dgm:prSet/>
      <dgm:spPr/>
      <dgm:t>
        <a:bodyPr/>
        <a:lstStyle/>
        <a:p>
          <a:endParaRPr lang="en-US"/>
        </a:p>
      </dgm:t>
    </dgm:pt>
    <dgm:pt modelId="{0FBB2022-4E90-431C-9585-CECE926AE561}">
      <dgm:prSet/>
      <dgm:spPr/>
      <dgm:t>
        <a:bodyPr/>
        <a:lstStyle/>
        <a:p>
          <a:r>
            <a:rPr lang="es-MX" b="1"/>
            <a:t>&lt;form form-type="submit"&gt;</a:t>
          </a:r>
          <a:r>
            <a:rPr lang="es-MX"/>
            <a:t>: Agrupa todos los elementos de un formulario y, al ser enviado, </a:t>
          </a:r>
          <a:r>
            <a:rPr lang="es-MX" b="1"/>
            <a:t>recopila los valores</a:t>
          </a:r>
          <a:r>
            <a:rPr lang="es-MX"/>
            <a:t> de todos sus componentes en un solo objeto.</a:t>
          </a:r>
          <a:endParaRPr lang="en-US"/>
        </a:p>
      </dgm:t>
    </dgm:pt>
    <dgm:pt modelId="{354F7C05-8DA1-454F-AAF8-5D1C547B3B8A}" type="parTrans" cxnId="{9FFBF4EC-D07C-43D4-A19A-E2FEB01DBF7E}">
      <dgm:prSet/>
      <dgm:spPr/>
      <dgm:t>
        <a:bodyPr/>
        <a:lstStyle/>
        <a:p>
          <a:endParaRPr lang="en-US"/>
        </a:p>
      </dgm:t>
    </dgm:pt>
    <dgm:pt modelId="{0BE41392-5A00-422D-8119-C152911B7120}" type="sibTrans" cxnId="{9FFBF4EC-D07C-43D4-A19A-E2FEB01DBF7E}">
      <dgm:prSet/>
      <dgm:spPr/>
      <dgm:t>
        <a:bodyPr/>
        <a:lstStyle/>
        <a:p>
          <a:endParaRPr lang="en-US"/>
        </a:p>
      </dgm:t>
    </dgm:pt>
    <dgm:pt modelId="{770AD1F7-6416-4EE8-A391-724C892FFA62}" type="pres">
      <dgm:prSet presAssocID="{97427295-395D-4A8D-813A-8F5408331035}" presName="linear" presStyleCnt="0">
        <dgm:presLayoutVars>
          <dgm:animLvl val="lvl"/>
          <dgm:resizeHandles val="exact"/>
        </dgm:presLayoutVars>
      </dgm:prSet>
      <dgm:spPr/>
    </dgm:pt>
    <dgm:pt modelId="{8B71F327-8C20-42F1-9BC7-B9F87D0F013A}" type="pres">
      <dgm:prSet presAssocID="{09EB6279-E73D-4601-9265-B9C37E48C37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8A8D948-56E5-44C5-8D5F-4381582806F6}" type="pres">
      <dgm:prSet presAssocID="{72458600-FD96-4074-9F3A-027ADD48BFA5}" presName="spacer" presStyleCnt="0"/>
      <dgm:spPr/>
    </dgm:pt>
    <dgm:pt modelId="{0BC87794-CC2D-4E46-BC59-2272E26A76DF}" type="pres">
      <dgm:prSet presAssocID="{A7058518-0463-43E8-B73B-2B3F7CE9140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632F61B-E223-4F52-A403-2C5E5519F7DF}" type="pres">
      <dgm:prSet presAssocID="{C543DC81-8308-401E-882A-CB4D41E61DE6}" presName="spacer" presStyleCnt="0"/>
      <dgm:spPr/>
    </dgm:pt>
    <dgm:pt modelId="{7E7D5FF1-06C6-47FA-82F8-7637FB4D31AF}" type="pres">
      <dgm:prSet presAssocID="{F8A07BDB-042D-4E35-8CEC-CE5A44FDD7E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27B84F1-801A-48BB-AA48-5968C96E245A}" type="pres">
      <dgm:prSet presAssocID="{AC1B2638-3AB7-4827-924B-F85739A2B063}" presName="spacer" presStyleCnt="0"/>
      <dgm:spPr/>
    </dgm:pt>
    <dgm:pt modelId="{DD3E6110-A64E-48B1-9B9E-0242ADA93BD7}" type="pres">
      <dgm:prSet presAssocID="{0FBB2022-4E90-431C-9585-CECE926AE56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EC7F22F-53AE-48BD-9138-3349558D959A}" srcId="{97427295-395D-4A8D-813A-8F5408331035}" destId="{09EB6279-E73D-4601-9265-B9C37E48C37C}" srcOrd="0" destOrd="0" parTransId="{7BD19B30-D7BE-40D1-BD1A-9EA9C66B4706}" sibTransId="{72458600-FD96-4074-9F3A-027ADD48BFA5}"/>
    <dgm:cxn modelId="{E20FB260-CE8A-4B8B-8418-8870EB0CBF84}" type="presOf" srcId="{09EB6279-E73D-4601-9265-B9C37E48C37C}" destId="{8B71F327-8C20-42F1-9BC7-B9F87D0F013A}" srcOrd="0" destOrd="0" presId="urn:microsoft.com/office/officeart/2005/8/layout/vList2"/>
    <dgm:cxn modelId="{2B75A774-1B77-4EC8-B976-99D633D900D3}" srcId="{97427295-395D-4A8D-813A-8F5408331035}" destId="{A7058518-0463-43E8-B73B-2B3F7CE91400}" srcOrd="1" destOrd="0" parTransId="{7D0F6D2C-1C02-44F9-B8C4-CC06D4EFF205}" sibTransId="{C543DC81-8308-401E-882A-CB4D41E61DE6}"/>
    <dgm:cxn modelId="{F82B4676-1521-49E0-9021-0618B6AC70FA}" type="presOf" srcId="{A7058518-0463-43E8-B73B-2B3F7CE91400}" destId="{0BC87794-CC2D-4E46-BC59-2272E26A76DF}" srcOrd="0" destOrd="0" presId="urn:microsoft.com/office/officeart/2005/8/layout/vList2"/>
    <dgm:cxn modelId="{CA3F178C-56D6-452A-85E7-B52D397D7F44}" type="presOf" srcId="{F8A07BDB-042D-4E35-8CEC-CE5A44FDD7E0}" destId="{7E7D5FF1-06C6-47FA-82F8-7637FB4D31AF}" srcOrd="0" destOrd="0" presId="urn:microsoft.com/office/officeart/2005/8/layout/vList2"/>
    <dgm:cxn modelId="{112351C4-4C38-4543-AB5C-BC97981BDC1F}" type="presOf" srcId="{0FBB2022-4E90-431C-9585-CECE926AE561}" destId="{DD3E6110-A64E-48B1-9B9E-0242ADA93BD7}" srcOrd="0" destOrd="0" presId="urn:microsoft.com/office/officeart/2005/8/layout/vList2"/>
    <dgm:cxn modelId="{60BAAEE4-63B5-4505-82D3-EA0B839FB650}" type="presOf" srcId="{97427295-395D-4A8D-813A-8F5408331035}" destId="{770AD1F7-6416-4EE8-A391-724C892FFA62}" srcOrd="0" destOrd="0" presId="urn:microsoft.com/office/officeart/2005/8/layout/vList2"/>
    <dgm:cxn modelId="{9FFBF4EC-D07C-43D4-A19A-E2FEB01DBF7E}" srcId="{97427295-395D-4A8D-813A-8F5408331035}" destId="{0FBB2022-4E90-431C-9585-CECE926AE561}" srcOrd="3" destOrd="0" parTransId="{354F7C05-8DA1-454F-AAF8-5D1C547B3B8A}" sibTransId="{0BE41392-5A00-422D-8119-C152911B7120}"/>
    <dgm:cxn modelId="{F34F15F5-BAF1-432F-8CDD-F7157E1D84FB}" srcId="{97427295-395D-4A8D-813A-8F5408331035}" destId="{F8A07BDB-042D-4E35-8CEC-CE5A44FDD7E0}" srcOrd="2" destOrd="0" parTransId="{7345429D-F33E-406B-ABF4-301DD63D74A9}" sibTransId="{AC1B2638-3AB7-4827-924B-F85739A2B063}"/>
    <dgm:cxn modelId="{0F907D90-A5E4-4B9F-8547-18F212C49612}" type="presParOf" srcId="{770AD1F7-6416-4EE8-A391-724C892FFA62}" destId="{8B71F327-8C20-42F1-9BC7-B9F87D0F013A}" srcOrd="0" destOrd="0" presId="urn:microsoft.com/office/officeart/2005/8/layout/vList2"/>
    <dgm:cxn modelId="{1393055A-4490-4BDF-931B-56DD3E92708A}" type="presParOf" srcId="{770AD1F7-6416-4EE8-A391-724C892FFA62}" destId="{38A8D948-56E5-44C5-8D5F-4381582806F6}" srcOrd="1" destOrd="0" presId="urn:microsoft.com/office/officeart/2005/8/layout/vList2"/>
    <dgm:cxn modelId="{933DF986-48EF-4655-8CBB-F3F841478440}" type="presParOf" srcId="{770AD1F7-6416-4EE8-A391-724C892FFA62}" destId="{0BC87794-CC2D-4E46-BC59-2272E26A76DF}" srcOrd="2" destOrd="0" presId="urn:microsoft.com/office/officeart/2005/8/layout/vList2"/>
    <dgm:cxn modelId="{955BAA1F-7CAE-4384-B62C-54B8FE297AAF}" type="presParOf" srcId="{770AD1F7-6416-4EE8-A391-724C892FFA62}" destId="{8632F61B-E223-4F52-A403-2C5E5519F7DF}" srcOrd="3" destOrd="0" presId="urn:microsoft.com/office/officeart/2005/8/layout/vList2"/>
    <dgm:cxn modelId="{3858E21D-F2E5-4579-ACE8-27016F7A5979}" type="presParOf" srcId="{770AD1F7-6416-4EE8-A391-724C892FFA62}" destId="{7E7D5FF1-06C6-47FA-82F8-7637FB4D31AF}" srcOrd="4" destOrd="0" presId="urn:microsoft.com/office/officeart/2005/8/layout/vList2"/>
    <dgm:cxn modelId="{7B1BC19B-B8F2-4D33-8178-F31135794565}" type="presParOf" srcId="{770AD1F7-6416-4EE8-A391-724C892FFA62}" destId="{227B84F1-801A-48BB-AA48-5968C96E245A}" srcOrd="5" destOrd="0" presId="urn:microsoft.com/office/officeart/2005/8/layout/vList2"/>
    <dgm:cxn modelId="{23A41459-868F-42B2-A176-2D176A077252}" type="presParOf" srcId="{770AD1F7-6416-4EE8-A391-724C892FFA62}" destId="{DD3E6110-A64E-48B1-9B9E-0242ADA93BD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1B440B3-EA8C-4E47-9FC7-EEC90993535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27C7774-9F15-4728-9A57-C4A0C9ACC4E0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s-MX" sz="2500" dirty="0">
              <a:solidFill>
                <a:srgbClr val="FFFFFF"/>
              </a:solidFill>
              <a:latin typeface="Calibri"/>
              <a:ea typeface="+mn-ea"/>
              <a:cs typeface="+mn-cs"/>
            </a:rPr>
            <a:t>Usar &lt;</a:t>
          </a:r>
          <a:r>
            <a:rPr lang="es-MX" sz="2500" dirty="0" err="1">
              <a:solidFill>
                <a:srgbClr val="FFFFFF"/>
              </a:solidFill>
              <a:latin typeface="Calibri"/>
              <a:ea typeface="+mn-ea"/>
              <a:cs typeface="+mn-cs"/>
            </a:rPr>
            <a:t>label</a:t>
          </a:r>
          <a:r>
            <a:rPr lang="es-MX" sz="2500" dirty="0">
              <a:solidFill>
                <a:srgbClr val="FFFFFF"/>
              </a:solidFill>
              <a:latin typeface="Calibri"/>
              <a:ea typeface="+mn-ea"/>
              <a:cs typeface="+mn-cs"/>
            </a:rPr>
            <a:t> </a:t>
          </a:r>
          <a:r>
            <a:rPr lang="es-MX" sz="2500" dirty="0" err="1">
              <a:solidFill>
                <a:srgbClr val="FFFFFF"/>
              </a:solidFill>
              <a:latin typeface="Calibri"/>
              <a:ea typeface="+mn-ea"/>
              <a:cs typeface="+mn-cs"/>
            </a:rPr>
            <a:t>for</a:t>
          </a:r>
          <a:r>
            <a:rPr lang="es-MX" sz="2500" dirty="0">
              <a:solidFill>
                <a:srgbClr val="FFFFFF"/>
              </a:solidFill>
              <a:latin typeface="Calibri"/>
              <a:ea typeface="+mn-ea"/>
              <a:cs typeface="+mn-cs"/>
            </a:rPr>
            <a:t>="id"&gt; o envolver el input.</a:t>
          </a:r>
          <a:endParaRPr lang="en-US" sz="2500" dirty="0">
            <a:solidFill>
              <a:srgbClr val="FFFFFF"/>
            </a:solidFill>
            <a:latin typeface="Calibri"/>
            <a:ea typeface="+mn-ea"/>
            <a:cs typeface="+mn-cs"/>
          </a:endParaRPr>
        </a:p>
      </dgm:t>
    </dgm:pt>
    <dgm:pt modelId="{31729B6B-1D1A-4F5B-B3CF-DC9235E02095}" type="parTrans" cxnId="{488C319F-2989-4336-B653-0350EB7EAD2B}">
      <dgm:prSet/>
      <dgm:spPr/>
      <dgm:t>
        <a:bodyPr/>
        <a:lstStyle/>
        <a:p>
          <a:endParaRPr lang="en-US"/>
        </a:p>
      </dgm:t>
    </dgm:pt>
    <dgm:pt modelId="{B14C6D70-AB0B-4AE4-8ABE-03DFA9E9A484}" type="sibTrans" cxnId="{488C319F-2989-4336-B653-0350EB7EAD2B}">
      <dgm:prSet/>
      <dgm:spPr/>
      <dgm:t>
        <a:bodyPr/>
        <a:lstStyle/>
        <a:p>
          <a:endParaRPr lang="en-US"/>
        </a:p>
      </dgm:t>
    </dgm:pt>
    <dgm:pt modelId="{DBE4C897-2980-4EC0-9A1D-C9C3429EC686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s-MX" sz="34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Hace clic en texto → activa input.</a:t>
          </a:r>
          <a:endParaRPr lang="en-US" sz="3400" dirty="0">
            <a:solidFill>
              <a:srgbClr val="FFFFFF"/>
            </a:solidFill>
            <a:latin typeface="Calibri" panose="020F0502020204030204"/>
            <a:ea typeface="+mn-ea"/>
            <a:cs typeface="+mn-cs"/>
          </a:endParaRPr>
        </a:p>
      </dgm:t>
    </dgm:pt>
    <dgm:pt modelId="{56CA5C39-FC87-4D02-B4A8-BFCB5BAB165F}" type="parTrans" cxnId="{87B8096C-DCFE-4803-A7FB-C956E899A9B9}">
      <dgm:prSet/>
      <dgm:spPr/>
      <dgm:t>
        <a:bodyPr/>
        <a:lstStyle/>
        <a:p>
          <a:endParaRPr lang="en-US"/>
        </a:p>
      </dgm:t>
    </dgm:pt>
    <dgm:pt modelId="{234C9156-9FC5-4AC8-9D07-979F91614A70}" type="sibTrans" cxnId="{87B8096C-DCFE-4803-A7FB-C956E899A9B9}">
      <dgm:prSet/>
      <dgm:spPr/>
      <dgm:t>
        <a:bodyPr/>
        <a:lstStyle/>
        <a:p>
          <a:endParaRPr lang="en-US"/>
        </a:p>
      </dgm:t>
    </dgm:pt>
    <dgm:pt modelId="{94D64EB4-ADAC-48DC-8BD1-86890F4E9731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s-MX" sz="34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Mejor UX con teclado y lectores de pantalla.</a:t>
          </a:r>
          <a:endParaRPr lang="en-US" sz="3400" dirty="0">
            <a:solidFill>
              <a:srgbClr val="FFFFFF"/>
            </a:solidFill>
            <a:latin typeface="Calibri" panose="020F0502020204030204"/>
            <a:ea typeface="+mn-ea"/>
            <a:cs typeface="+mn-cs"/>
          </a:endParaRPr>
        </a:p>
      </dgm:t>
    </dgm:pt>
    <dgm:pt modelId="{1650B617-7593-46CA-9698-1E4F2F285D48}" type="parTrans" cxnId="{6239DF38-F6DF-4A63-94E5-2C58D49C1348}">
      <dgm:prSet/>
      <dgm:spPr/>
      <dgm:t>
        <a:bodyPr/>
        <a:lstStyle/>
        <a:p>
          <a:endParaRPr lang="en-US"/>
        </a:p>
      </dgm:t>
    </dgm:pt>
    <dgm:pt modelId="{EC5946C0-0A70-4607-95A8-A3686F6CCEFE}" type="sibTrans" cxnId="{6239DF38-F6DF-4A63-94E5-2C58D49C1348}">
      <dgm:prSet/>
      <dgm:spPr/>
      <dgm:t>
        <a:bodyPr/>
        <a:lstStyle/>
        <a:p>
          <a:endParaRPr lang="en-US"/>
        </a:p>
      </dgm:t>
    </dgm:pt>
    <dgm:pt modelId="{37D4EFE3-7300-4491-9AB6-62AE094123C3}" type="pres">
      <dgm:prSet presAssocID="{81B440B3-EA8C-4E47-9FC7-EEC90993535C}" presName="linear" presStyleCnt="0">
        <dgm:presLayoutVars>
          <dgm:animLvl val="lvl"/>
          <dgm:resizeHandles val="exact"/>
        </dgm:presLayoutVars>
      </dgm:prSet>
      <dgm:spPr/>
    </dgm:pt>
    <dgm:pt modelId="{71A9163C-C290-4D0C-ACF9-8769E0143BC2}" type="pres">
      <dgm:prSet presAssocID="{B27C7774-9F15-4728-9A57-C4A0C9ACC4E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2500C2A-B841-47A2-B473-5321A22A4D2F}" type="pres">
      <dgm:prSet presAssocID="{B14C6D70-AB0B-4AE4-8ABE-03DFA9E9A484}" presName="spacer" presStyleCnt="0"/>
      <dgm:spPr/>
    </dgm:pt>
    <dgm:pt modelId="{929CC54D-2ACC-46C9-813D-482FB86B1678}" type="pres">
      <dgm:prSet presAssocID="{DBE4C897-2980-4EC0-9A1D-C9C3429EC68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C6BDF5F-09B0-4D4A-8B49-2541B972C6C1}" type="pres">
      <dgm:prSet presAssocID="{234C9156-9FC5-4AC8-9D07-979F91614A70}" presName="spacer" presStyleCnt="0"/>
      <dgm:spPr/>
    </dgm:pt>
    <dgm:pt modelId="{00F6D34C-026D-4871-A32D-A939C9D91AE8}" type="pres">
      <dgm:prSet presAssocID="{94D64EB4-ADAC-48DC-8BD1-86890F4E973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BCED10F-42DD-41C2-BFF5-6E90417E0268}" type="presOf" srcId="{B27C7774-9F15-4728-9A57-C4A0C9ACC4E0}" destId="{71A9163C-C290-4D0C-ACF9-8769E0143BC2}" srcOrd="0" destOrd="0" presId="urn:microsoft.com/office/officeart/2005/8/layout/vList2"/>
    <dgm:cxn modelId="{0ECC5F1E-C9AC-4B9C-B0F9-6CA3B9BA942E}" type="presOf" srcId="{94D64EB4-ADAC-48DC-8BD1-86890F4E9731}" destId="{00F6D34C-026D-4871-A32D-A939C9D91AE8}" srcOrd="0" destOrd="0" presId="urn:microsoft.com/office/officeart/2005/8/layout/vList2"/>
    <dgm:cxn modelId="{E025A837-7D18-487D-A0D0-99692810F876}" type="presOf" srcId="{81B440B3-EA8C-4E47-9FC7-EEC90993535C}" destId="{37D4EFE3-7300-4491-9AB6-62AE094123C3}" srcOrd="0" destOrd="0" presId="urn:microsoft.com/office/officeart/2005/8/layout/vList2"/>
    <dgm:cxn modelId="{6239DF38-F6DF-4A63-94E5-2C58D49C1348}" srcId="{81B440B3-EA8C-4E47-9FC7-EEC90993535C}" destId="{94D64EB4-ADAC-48DC-8BD1-86890F4E9731}" srcOrd="2" destOrd="0" parTransId="{1650B617-7593-46CA-9698-1E4F2F285D48}" sibTransId="{EC5946C0-0A70-4607-95A8-A3686F6CCEFE}"/>
    <dgm:cxn modelId="{87B8096C-DCFE-4803-A7FB-C956E899A9B9}" srcId="{81B440B3-EA8C-4E47-9FC7-EEC90993535C}" destId="{DBE4C897-2980-4EC0-9A1D-C9C3429EC686}" srcOrd="1" destOrd="0" parTransId="{56CA5C39-FC87-4D02-B4A8-BFCB5BAB165F}" sibTransId="{234C9156-9FC5-4AC8-9D07-979F91614A70}"/>
    <dgm:cxn modelId="{488C319F-2989-4336-B653-0350EB7EAD2B}" srcId="{81B440B3-EA8C-4E47-9FC7-EEC90993535C}" destId="{B27C7774-9F15-4728-9A57-C4A0C9ACC4E0}" srcOrd="0" destOrd="0" parTransId="{31729B6B-1D1A-4F5B-B3CF-DC9235E02095}" sibTransId="{B14C6D70-AB0B-4AE4-8ABE-03DFA9E9A484}"/>
    <dgm:cxn modelId="{697A67B5-E8AA-4841-98BB-E43C5BD8CD4F}" type="presOf" srcId="{DBE4C897-2980-4EC0-9A1D-C9C3429EC686}" destId="{929CC54D-2ACC-46C9-813D-482FB86B1678}" srcOrd="0" destOrd="0" presId="urn:microsoft.com/office/officeart/2005/8/layout/vList2"/>
    <dgm:cxn modelId="{496FFF25-3145-4020-BF81-A631F43021FF}" type="presParOf" srcId="{37D4EFE3-7300-4491-9AB6-62AE094123C3}" destId="{71A9163C-C290-4D0C-ACF9-8769E0143BC2}" srcOrd="0" destOrd="0" presId="urn:microsoft.com/office/officeart/2005/8/layout/vList2"/>
    <dgm:cxn modelId="{994EE678-8BD2-4ED1-8127-258C750671B3}" type="presParOf" srcId="{37D4EFE3-7300-4491-9AB6-62AE094123C3}" destId="{F2500C2A-B841-47A2-B473-5321A22A4D2F}" srcOrd="1" destOrd="0" presId="urn:microsoft.com/office/officeart/2005/8/layout/vList2"/>
    <dgm:cxn modelId="{0EEA9CD1-D8E0-4F08-9C33-250DBAD4DB47}" type="presParOf" srcId="{37D4EFE3-7300-4491-9AB6-62AE094123C3}" destId="{929CC54D-2ACC-46C9-813D-482FB86B1678}" srcOrd="2" destOrd="0" presId="urn:microsoft.com/office/officeart/2005/8/layout/vList2"/>
    <dgm:cxn modelId="{A81C2C59-B9A2-4D94-9EB5-EF64C060DDA5}" type="presParOf" srcId="{37D4EFE3-7300-4491-9AB6-62AE094123C3}" destId="{2C6BDF5F-09B0-4D4A-8B49-2541B972C6C1}" srcOrd="3" destOrd="0" presId="urn:microsoft.com/office/officeart/2005/8/layout/vList2"/>
    <dgm:cxn modelId="{38F4F471-872E-4F56-BD7B-FA0F0B270C2A}" type="presParOf" srcId="{37D4EFE3-7300-4491-9AB6-62AE094123C3}" destId="{00F6D34C-026D-4871-A32D-A939C9D91AE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1B440B3-EA8C-4E47-9FC7-EEC90993535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5A82159-3910-42D9-869F-BB70872B5F33}">
      <dgm:prSet phldr="0"/>
      <dgm:spPr/>
      <dgm:t>
        <a:bodyPr/>
        <a:lstStyle/>
        <a:p>
          <a:pPr algn="l">
            <a:lnSpc>
              <a:spcPct val="100000"/>
            </a:lnSpc>
          </a:pPr>
          <a:r>
            <a:rPr lang="es-MX" sz="2100" b="1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catch*</a:t>
          </a:r>
          <a:r>
            <a:rPr lang="es-MX" sz="21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 → detiene propagación.</a:t>
          </a:r>
          <a:endParaRPr lang="en-US" sz="2100" dirty="0">
            <a:solidFill>
              <a:srgbClr val="FFFFFF"/>
            </a:solidFill>
            <a:latin typeface="Calibri" panose="020F0502020204030204"/>
            <a:ea typeface="+mn-ea"/>
            <a:cs typeface="+mn-cs"/>
          </a:endParaRPr>
        </a:p>
      </dgm:t>
    </dgm:pt>
    <dgm:pt modelId="{A3E71697-B6A9-4F0C-8CB6-0C7A20438009}" type="parTrans" cxnId="{DB7F458C-31E1-4422-8D35-678B9A6243F5}">
      <dgm:prSet/>
      <dgm:spPr/>
    </dgm:pt>
    <dgm:pt modelId="{49B5CF75-FC1D-4FF3-A7D7-1BAA44029142}" type="sibTrans" cxnId="{DB7F458C-31E1-4422-8D35-678B9A6243F5}">
      <dgm:prSet/>
      <dgm:spPr/>
    </dgm:pt>
    <dgm:pt modelId="{E320F9D1-1CA4-4E9D-9FDF-7C4BFE117066}">
      <dgm:prSet phldr="0"/>
      <dgm:spPr/>
      <dgm:t>
        <a:bodyPr/>
        <a:lstStyle/>
        <a:p>
          <a:pPr algn="l">
            <a:lnSpc>
              <a:spcPct val="100000"/>
            </a:lnSpc>
          </a:pPr>
          <a:r>
            <a:rPr lang="es-MX" sz="2100" b="1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Datasets:</a:t>
          </a:r>
          <a:r>
            <a:rPr lang="es-MX" sz="21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 </a:t>
          </a:r>
          <a:r>
            <a:rPr lang="es-MX" sz="2100" dirty="0">
              <a:solidFill>
                <a:srgbClr val="FFFFFF"/>
              </a:solidFill>
              <a:latin typeface="Consolas"/>
              <a:ea typeface="+mn-ea"/>
              <a:cs typeface="+mn-cs"/>
            </a:rPr>
            <a:t>data-*</a:t>
          </a:r>
          <a:r>
            <a:rPr lang="es-MX" sz="21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 → pasar valores al evento.</a:t>
          </a:r>
        </a:p>
      </dgm:t>
    </dgm:pt>
    <dgm:pt modelId="{451A94E0-6752-4175-9B83-2E0587CEB568}" type="parTrans" cxnId="{4424E054-BAFC-4FC2-99F1-C6A36B04CB81}">
      <dgm:prSet/>
      <dgm:spPr/>
    </dgm:pt>
    <dgm:pt modelId="{D6CC569B-E8BC-48EB-9E91-4AEB9534C0B6}" type="sibTrans" cxnId="{4424E054-BAFC-4FC2-99F1-C6A36B04CB81}">
      <dgm:prSet/>
      <dgm:spPr/>
    </dgm:pt>
    <dgm:pt modelId="{E3F307FF-4251-454B-B39F-B47408A91E91}">
      <dgm:prSet phldr="0"/>
      <dgm:spPr/>
      <dgm:t>
        <a:bodyPr/>
        <a:lstStyle/>
        <a:p>
          <a:pPr algn="l" rtl="0">
            <a:lnSpc>
              <a:spcPct val="100000"/>
            </a:lnSpc>
          </a:pPr>
          <a:r>
            <a:rPr lang="es-MX" sz="2100" b="1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on*</a:t>
          </a:r>
          <a:r>
            <a:rPr lang="es-MX" sz="21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 → permite propagación.</a:t>
          </a:r>
          <a:endParaRPr lang="en-US" sz="2100" dirty="0">
            <a:solidFill>
              <a:srgbClr val="FFFFFF"/>
            </a:solidFill>
            <a:latin typeface="Calibri"/>
            <a:ea typeface="+mn-ea"/>
            <a:cs typeface="+mn-cs"/>
          </a:endParaRPr>
        </a:p>
      </dgm:t>
    </dgm:pt>
    <dgm:pt modelId="{FBF27E8D-E967-4D9B-B40E-9857A7FCA613}" type="parTrans" cxnId="{122B1015-4834-4255-8B32-DA5CF4CE6B3C}">
      <dgm:prSet/>
      <dgm:spPr/>
    </dgm:pt>
    <dgm:pt modelId="{77982E2D-3CED-4379-BC4E-47A824CA6542}" type="sibTrans" cxnId="{122B1015-4834-4255-8B32-DA5CF4CE6B3C}">
      <dgm:prSet/>
      <dgm:spPr/>
    </dgm:pt>
    <dgm:pt modelId="{BC86DE87-3DB1-4E21-B833-9D3F92C433A5}">
      <dgm:prSet phldr="0"/>
      <dgm:spPr/>
      <dgm:t>
        <a:bodyPr/>
        <a:lstStyle/>
        <a:p>
          <a:pPr algn="l" rtl="0">
            <a:lnSpc>
              <a:spcPct val="100000"/>
            </a:lnSpc>
          </a:pPr>
          <a:r>
            <a:rPr lang="es-MX" sz="2100" b="1" dirty="0">
              <a:solidFill>
                <a:srgbClr val="FFFFFF"/>
              </a:solidFill>
              <a:latin typeface="Calibri"/>
              <a:ea typeface="+mn-ea"/>
              <a:cs typeface="+mn-cs"/>
            </a:rPr>
            <a:t>Validaciones comunes: </a:t>
          </a:r>
          <a:r>
            <a:rPr lang="es-MX" sz="21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Requeridos. Email con regex básica. Consentimiento con switch.</a:t>
          </a:r>
          <a:endParaRPr lang="es-MX" sz="2100" b="1" dirty="0">
            <a:solidFill>
              <a:srgbClr val="FFFFFF"/>
            </a:solidFill>
            <a:latin typeface="Calibri" panose="020F0502020204030204"/>
            <a:ea typeface="+mn-ea"/>
            <a:cs typeface="+mn-cs"/>
          </a:endParaRPr>
        </a:p>
      </dgm:t>
    </dgm:pt>
    <dgm:pt modelId="{954E3B9A-FCE3-4674-8FDE-A8C721623C1C}" type="parTrans" cxnId="{5F713252-86CB-4FF7-8915-D33240B45F6B}">
      <dgm:prSet/>
      <dgm:spPr/>
    </dgm:pt>
    <dgm:pt modelId="{E3123E87-AD06-4797-8F60-2001DBC50158}" type="sibTrans" cxnId="{5F713252-86CB-4FF7-8915-D33240B45F6B}">
      <dgm:prSet/>
      <dgm:spPr/>
    </dgm:pt>
    <dgm:pt modelId="{37D4EFE3-7300-4491-9AB6-62AE094123C3}" type="pres">
      <dgm:prSet presAssocID="{81B440B3-EA8C-4E47-9FC7-EEC90993535C}" presName="linear" presStyleCnt="0">
        <dgm:presLayoutVars>
          <dgm:animLvl val="lvl"/>
          <dgm:resizeHandles val="exact"/>
        </dgm:presLayoutVars>
      </dgm:prSet>
      <dgm:spPr/>
    </dgm:pt>
    <dgm:pt modelId="{5A908924-2347-4495-AF02-B6A7B6A808A3}" type="pres">
      <dgm:prSet presAssocID="{E3F307FF-4251-454B-B39F-B47408A91E9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81CC3CC-3B20-4667-BABF-E6B920EA5098}" type="pres">
      <dgm:prSet presAssocID="{77982E2D-3CED-4379-BC4E-47A824CA6542}" presName="spacer" presStyleCnt="0"/>
      <dgm:spPr/>
    </dgm:pt>
    <dgm:pt modelId="{327A59C2-D573-4828-8FF6-3485AEE4E7C0}" type="pres">
      <dgm:prSet presAssocID="{75A82159-3910-42D9-869F-BB70872B5F3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0749DF5-5C01-4891-8303-8BA145B16796}" type="pres">
      <dgm:prSet presAssocID="{49B5CF75-FC1D-4FF3-A7D7-1BAA44029142}" presName="spacer" presStyleCnt="0"/>
      <dgm:spPr/>
    </dgm:pt>
    <dgm:pt modelId="{68AF8891-A4D1-4C11-AF91-141151A070B6}" type="pres">
      <dgm:prSet presAssocID="{E320F9D1-1CA4-4E9D-9FDF-7C4BFE11706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AD91A13-2126-430C-86A1-52F8442916FA}" type="pres">
      <dgm:prSet presAssocID="{D6CC569B-E8BC-48EB-9E91-4AEB9534C0B6}" presName="spacer" presStyleCnt="0"/>
      <dgm:spPr/>
    </dgm:pt>
    <dgm:pt modelId="{30B4F1AF-E2D5-4522-AED9-DC408C96407B}" type="pres">
      <dgm:prSet presAssocID="{BC86DE87-3DB1-4E21-B833-9D3F92C433A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22B1015-4834-4255-8B32-DA5CF4CE6B3C}" srcId="{81B440B3-EA8C-4E47-9FC7-EEC90993535C}" destId="{E3F307FF-4251-454B-B39F-B47408A91E91}" srcOrd="0" destOrd="0" parTransId="{FBF27E8D-E967-4D9B-B40E-9857A7FCA613}" sibTransId="{77982E2D-3CED-4379-BC4E-47A824CA6542}"/>
    <dgm:cxn modelId="{E025A837-7D18-487D-A0D0-99692810F876}" type="presOf" srcId="{81B440B3-EA8C-4E47-9FC7-EEC90993535C}" destId="{37D4EFE3-7300-4491-9AB6-62AE094123C3}" srcOrd="0" destOrd="0" presId="urn:microsoft.com/office/officeart/2005/8/layout/vList2"/>
    <dgm:cxn modelId="{5F713252-86CB-4FF7-8915-D33240B45F6B}" srcId="{81B440B3-EA8C-4E47-9FC7-EEC90993535C}" destId="{BC86DE87-3DB1-4E21-B833-9D3F92C433A5}" srcOrd="3" destOrd="0" parTransId="{954E3B9A-FCE3-4674-8FDE-A8C721623C1C}" sibTransId="{E3123E87-AD06-4797-8F60-2001DBC50158}"/>
    <dgm:cxn modelId="{4424E054-BAFC-4FC2-99F1-C6A36B04CB81}" srcId="{81B440B3-EA8C-4E47-9FC7-EEC90993535C}" destId="{E320F9D1-1CA4-4E9D-9FDF-7C4BFE117066}" srcOrd="2" destOrd="0" parTransId="{451A94E0-6752-4175-9B83-2E0587CEB568}" sibTransId="{D6CC569B-E8BC-48EB-9E91-4AEB9534C0B6}"/>
    <dgm:cxn modelId="{EE18F959-DF02-40BD-8A30-FD686B74CD1B}" type="presOf" srcId="{75A82159-3910-42D9-869F-BB70872B5F33}" destId="{327A59C2-D573-4828-8FF6-3485AEE4E7C0}" srcOrd="0" destOrd="0" presId="urn:microsoft.com/office/officeart/2005/8/layout/vList2"/>
    <dgm:cxn modelId="{DB7F458C-31E1-4422-8D35-678B9A6243F5}" srcId="{81B440B3-EA8C-4E47-9FC7-EEC90993535C}" destId="{75A82159-3910-42D9-869F-BB70872B5F33}" srcOrd="1" destOrd="0" parTransId="{A3E71697-B6A9-4F0C-8CB6-0C7A20438009}" sibTransId="{49B5CF75-FC1D-4FF3-A7D7-1BAA44029142}"/>
    <dgm:cxn modelId="{0681BDB6-15C8-4301-A98F-7DD1FEED1686}" type="presOf" srcId="{E3F307FF-4251-454B-B39F-B47408A91E91}" destId="{5A908924-2347-4495-AF02-B6A7B6A808A3}" srcOrd="0" destOrd="0" presId="urn:microsoft.com/office/officeart/2005/8/layout/vList2"/>
    <dgm:cxn modelId="{35A35BB8-98EA-4DB2-99AF-D22314E9537D}" type="presOf" srcId="{E320F9D1-1CA4-4E9D-9FDF-7C4BFE117066}" destId="{68AF8891-A4D1-4C11-AF91-141151A070B6}" srcOrd="0" destOrd="0" presId="urn:microsoft.com/office/officeart/2005/8/layout/vList2"/>
    <dgm:cxn modelId="{D6981ACF-195B-460F-A699-6618CE198132}" type="presOf" srcId="{BC86DE87-3DB1-4E21-B833-9D3F92C433A5}" destId="{30B4F1AF-E2D5-4522-AED9-DC408C96407B}" srcOrd="0" destOrd="0" presId="urn:microsoft.com/office/officeart/2005/8/layout/vList2"/>
    <dgm:cxn modelId="{000F78EA-0A69-4B13-B80A-05C5CD24112C}" type="presParOf" srcId="{37D4EFE3-7300-4491-9AB6-62AE094123C3}" destId="{5A908924-2347-4495-AF02-B6A7B6A808A3}" srcOrd="0" destOrd="0" presId="urn:microsoft.com/office/officeart/2005/8/layout/vList2"/>
    <dgm:cxn modelId="{1808809B-693F-4E16-94BE-56A5A9252765}" type="presParOf" srcId="{37D4EFE3-7300-4491-9AB6-62AE094123C3}" destId="{381CC3CC-3B20-4667-BABF-E6B920EA5098}" srcOrd="1" destOrd="0" presId="urn:microsoft.com/office/officeart/2005/8/layout/vList2"/>
    <dgm:cxn modelId="{87BABB07-D6AF-4838-8D5A-6B8DCAF870E9}" type="presParOf" srcId="{37D4EFE3-7300-4491-9AB6-62AE094123C3}" destId="{327A59C2-D573-4828-8FF6-3485AEE4E7C0}" srcOrd="2" destOrd="0" presId="urn:microsoft.com/office/officeart/2005/8/layout/vList2"/>
    <dgm:cxn modelId="{875B7F91-722F-4853-AF75-35BDD111BC73}" type="presParOf" srcId="{37D4EFE3-7300-4491-9AB6-62AE094123C3}" destId="{F0749DF5-5C01-4891-8303-8BA145B16796}" srcOrd="3" destOrd="0" presId="urn:microsoft.com/office/officeart/2005/8/layout/vList2"/>
    <dgm:cxn modelId="{8264688B-0C0D-47EC-90A4-37E6497D2237}" type="presParOf" srcId="{37D4EFE3-7300-4491-9AB6-62AE094123C3}" destId="{68AF8891-A4D1-4C11-AF91-141151A070B6}" srcOrd="4" destOrd="0" presId="urn:microsoft.com/office/officeart/2005/8/layout/vList2"/>
    <dgm:cxn modelId="{8E742910-3A80-4936-A58F-8118955F4A48}" type="presParOf" srcId="{37D4EFE3-7300-4491-9AB6-62AE094123C3}" destId="{BAD91A13-2126-430C-86A1-52F8442916FA}" srcOrd="5" destOrd="0" presId="urn:microsoft.com/office/officeart/2005/8/layout/vList2"/>
    <dgm:cxn modelId="{67791447-3E21-43B1-87DA-155B387960DB}" type="presParOf" srcId="{37D4EFE3-7300-4491-9AB6-62AE094123C3}" destId="{30B4F1AF-E2D5-4522-AED9-DC408C96407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073991-BD19-4C3D-9273-867A29B41A22}">
      <dsp:nvSpPr>
        <dsp:cNvPr id="0" name=""/>
        <dsp:cNvSpPr/>
      </dsp:nvSpPr>
      <dsp:spPr>
        <a:xfrm>
          <a:off x="0" y="313613"/>
          <a:ext cx="5181600" cy="7148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b="1" kern="1200"/>
            <a:t>&lt;view&gt;</a:t>
          </a:r>
          <a:r>
            <a:rPr lang="es-MX" sz="1300" kern="1200"/>
            <a:t>: Es un </a:t>
          </a:r>
          <a:r>
            <a:rPr lang="es-MX" sz="1300" b="1" kern="1200"/>
            <a:t>contenedor genérico</a:t>
          </a:r>
          <a:r>
            <a:rPr lang="es-MX" sz="1300" kern="1200"/>
            <a:t>, similar a un div en HTML. Se usa para agrupar otros elementos y aplicarles estilos. Es el componente más común para la estructura de tu página.</a:t>
          </a:r>
          <a:endParaRPr lang="en-US" sz="1300" kern="1200"/>
        </a:p>
      </dsp:txBody>
      <dsp:txXfrm>
        <a:off x="34897" y="348510"/>
        <a:ext cx="5111806" cy="645076"/>
      </dsp:txXfrm>
    </dsp:sp>
    <dsp:sp modelId="{F0A0045B-99AE-4E7C-BF72-34FD1B87B37E}">
      <dsp:nvSpPr>
        <dsp:cNvPr id="0" name=""/>
        <dsp:cNvSpPr/>
      </dsp:nvSpPr>
      <dsp:spPr>
        <a:xfrm>
          <a:off x="0" y="1065923"/>
          <a:ext cx="5181600" cy="7148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b="1" kern="1200"/>
            <a:t>&lt;scroll-view&gt;</a:t>
          </a:r>
          <a:r>
            <a:rPr lang="es-MX" sz="1300" kern="1200"/>
            <a:t>: Permite tener un </a:t>
          </a:r>
          <a:r>
            <a:rPr lang="es-MX" sz="1300" b="1" kern="1200"/>
            <a:t>área de desplazamiento interna</a:t>
          </a:r>
          <a:r>
            <a:rPr lang="es-MX" sz="1300" kern="1200"/>
            <a:t> dentro de una página. Es útil cuando solo una parte de la pantalla necesita ser desplazable, como una lista de productos.</a:t>
          </a:r>
          <a:endParaRPr lang="en-US" sz="1300" kern="1200"/>
        </a:p>
      </dsp:txBody>
      <dsp:txXfrm>
        <a:off x="34897" y="1100820"/>
        <a:ext cx="5111806" cy="645076"/>
      </dsp:txXfrm>
    </dsp:sp>
    <dsp:sp modelId="{FE52877A-F26D-4ABC-91B5-E8ED3FC0AA23}">
      <dsp:nvSpPr>
        <dsp:cNvPr id="0" name=""/>
        <dsp:cNvSpPr/>
      </dsp:nvSpPr>
      <dsp:spPr>
        <a:xfrm>
          <a:off x="0" y="1818234"/>
          <a:ext cx="5181600" cy="7148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b="1" kern="1200"/>
            <a:t>&lt;swiper&gt;</a:t>
          </a:r>
          <a:r>
            <a:rPr lang="es-MX" sz="1300" kern="1200"/>
            <a:t>: Crea un </a:t>
          </a:r>
          <a:r>
            <a:rPr lang="es-MX" sz="1300" b="1" kern="1200"/>
            <a:t>carrusel</a:t>
          </a:r>
          <a:r>
            <a:rPr lang="es-MX" sz="1300" kern="1200"/>
            <a:t> o un deslizador de contenido. Ideal para mostrar anuncios, imágenes o listas de forma interactiva y con gestos de deslizamiento.</a:t>
          </a:r>
          <a:endParaRPr lang="en-US" sz="1300" kern="1200"/>
        </a:p>
      </dsp:txBody>
      <dsp:txXfrm>
        <a:off x="34897" y="1853131"/>
        <a:ext cx="5111806" cy="645076"/>
      </dsp:txXfrm>
    </dsp:sp>
    <dsp:sp modelId="{70559EF2-536C-44D5-81E2-66C0B9878978}">
      <dsp:nvSpPr>
        <dsp:cNvPr id="0" name=""/>
        <dsp:cNvSpPr/>
      </dsp:nvSpPr>
      <dsp:spPr>
        <a:xfrm>
          <a:off x="0" y="2570544"/>
          <a:ext cx="5181600" cy="7148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b="1" kern="1200"/>
            <a:t>&lt;cover-view&gt;</a:t>
          </a:r>
          <a:r>
            <a:rPr lang="es-MX" sz="1300" kern="1200"/>
            <a:t>: Se usa para crear una </a:t>
          </a:r>
          <a:r>
            <a:rPr lang="es-MX" sz="1300" b="1" kern="1200"/>
            <a:t>capa superpuesta</a:t>
          </a:r>
          <a:r>
            <a:rPr lang="es-MX" sz="1300" kern="1200"/>
            <a:t> que siempre permanece por encima de otros componentes nativos, como mapas o videos.</a:t>
          </a:r>
          <a:endParaRPr lang="en-US" sz="1300" kern="1200"/>
        </a:p>
      </dsp:txBody>
      <dsp:txXfrm>
        <a:off x="34897" y="2605441"/>
        <a:ext cx="5111806" cy="645076"/>
      </dsp:txXfrm>
    </dsp:sp>
    <dsp:sp modelId="{968484CF-F617-40ED-8CDF-71BFC53A917B}">
      <dsp:nvSpPr>
        <dsp:cNvPr id="0" name=""/>
        <dsp:cNvSpPr/>
      </dsp:nvSpPr>
      <dsp:spPr>
        <a:xfrm>
          <a:off x="0" y="3322854"/>
          <a:ext cx="5181600" cy="7148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b="1" kern="1200"/>
            <a:t>&lt;movable-area&gt; / &lt;movable-view&gt;</a:t>
          </a:r>
          <a:r>
            <a:rPr lang="es-MX" sz="1300" kern="1200"/>
            <a:t>: Estos dos componentes trabajan juntos. &lt;movable-area&gt; define la zona de movimiento, y &lt;movable-view&gt; es el elemento que se puede </a:t>
          </a:r>
          <a:r>
            <a:rPr lang="es-MX" sz="1300" b="1" kern="1200"/>
            <a:t>arrastrar</a:t>
          </a:r>
          <a:r>
            <a:rPr lang="es-MX" sz="1300" kern="1200"/>
            <a:t> dentro de esa área.</a:t>
          </a:r>
          <a:endParaRPr lang="en-US" sz="1300" kern="1200"/>
        </a:p>
      </dsp:txBody>
      <dsp:txXfrm>
        <a:off x="34897" y="3357751"/>
        <a:ext cx="5111806" cy="6450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A1C1A6-1B9F-444E-BCE9-14F0FBBCFE9C}">
      <dsp:nvSpPr>
        <dsp:cNvPr id="0" name=""/>
        <dsp:cNvSpPr/>
      </dsp:nvSpPr>
      <dsp:spPr>
        <a:xfrm>
          <a:off x="0" y="468368"/>
          <a:ext cx="5181600" cy="1099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b="1" kern="1200"/>
            <a:t>&lt;text&gt;</a:t>
          </a:r>
          <a:r>
            <a:rPr lang="es-MX" sz="2000" kern="1200"/>
            <a:t>: Se utiliza para </a:t>
          </a:r>
          <a:r>
            <a:rPr lang="es-MX" sz="2000" b="1" kern="1200"/>
            <a:t>mostrar texto</a:t>
          </a:r>
          <a:r>
            <a:rPr lang="es-MX" sz="2000" kern="1200"/>
            <a:t> en la interfaz. A diferencia de view, este componente no puede contener otros elementos, solo texto.</a:t>
          </a:r>
          <a:endParaRPr lang="en-US" sz="2000" kern="1200"/>
        </a:p>
      </dsp:txBody>
      <dsp:txXfrm>
        <a:off x="53688" y="522056"/>
        <a:ext cx="5074224" cy="992424"/>
      </dsp:txXfrm>
    </dsp:sp>
    <dsp:sp modelId="{E800A952-8DEA-437D-BCF8-B3883484E906}">
      <dsp:nvSpPr>
        <dsp:cNvPr id="0" name=""/>
        <dsp:cNvSpPr/>
      </dsp:nvSpPr>
      <dsp:spPr>
        <a:xfrm>
          <a:off x="0" y="1625769"/>
          <a:ext cx="5181600" cy="1099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b="1" kern="1200"/>
            <a:t>&lt;icon&gt;</a:t>
          </a:r>
          <a:r>
            <a:rPr lang="es-MX" sz="2000" kern="1200"/>
            <a:t>: Permite mostrar </a:t>
          </a:r>
          <a:r>
            <a:rPr lang="es-MX" sz="2000" b="1" kern="1200"/>
            <a:t>íconos nativos</a:t>
          </a:r>
          <a:r>
            <a:rPr lang="es-MX" sz="2000" kern="1200"/>
            <a:t> predefinidos de la plataforma. Son ligeros y no requieren cargar imágenes externas.</a:t>
          </a:r>
          <a:endParaRPr lang="en-US" sz="2000" kern="1200"/>
        </a:p>
      </dsp:txBody>
      <dsp:txXfrm>
        <a:off x="53688" y="1679457"/>
        <a:ext cx="5074224" cy="992424"/>
      </dsp:txXfrm>
    </dsp:sp>
    <dsp:sp modelId="{59EEE85F-F484-4C6E-B40A-D9B50B1F1A0E}">
      <dsp:nvSpPr>
        <dsp:cNvPr id="0" name=""/>
        <dsp:cNvSpPr/>
      </dsp:nvSpPr>
      <dsp:spPr>
        <a:xfrm>
          <a:off x="0" y="2783169"/>
          <a:ext cx="5181600" cy="1099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b="1" kern="1200"/>
            <a:t>&lt;progress&gt;</a:t>
          </a:r>
          <a:r>
            <a:rPr lang="es-MX" sz="2000" kern="1200"/>
            <a:t>: Muestra una </a:t>
          </a:r>
          <a:r>
            <a:rPr lang="es-MX" sz="2000" b="1" kern="1200"/>
            <a:t>barra de progreso</a:t>
          </a:r>
          <a:r>
            <a:rPr lang="es-MX" sz="2000" kern="1200"/>
            <a:t> visual. Ideal para indicar el estado de una carga o el avance en una tarea.</a:t>
          </a:r>
          <a:endParaRPr lang="en-US" sz="2000" kern="1200"/>
        </a:p>
      </dsp:txBody>
      <dsp:txXfrm>
        <a:off x="53688" y="2836857"/>
        <a:ext cx="5074224" cy="9924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CB8193-E51C-4426-A313-1E49E15EBF62}">
      <dsp:nvSpPr>
        <dsp:cNvPr id="0" name=""/>
        <dsp:cNvSpPr/>
      </dsp:nvSpPr>
      <dsp:spPr>
        <a:xfrm>
          <a:off x="0" y="3969"/>
          <a:ext cx="5181600" cy="1044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b="1" kern="1200"/>
            <a:t>&lt;input&gt;</a:t>
          </a:r>
          <a:r>
            <a:rPr lang="es-MX" sz="1900" kern="1200"/>
            <a:t>: Un </a:t>
          </a:r>
          <a:r>
            <a:rPr lang="es-MX" sz="1900" b="1" kern="1200"/>
            <a:t>campo de texto</a:t>
          </a:r>
          <a:r>
            <a:rPr lang="es-MX" sz="1900" kern="1200"/>
            <a:t> para que el usuario ingrese información en una sola línea, como nombres o correos electrónicos.</a:t>
          </a:r>
          <a:endParaRPr lang="en-US" sz="1900" kern="1200"/>
        </a:p>
      </dsp:txBody>
      <dsp:txXfrm>
        <a:off x="51003" y="54972"/>
        <a:ext cx="5079594" cy="942803"/>
      </dsp:txXfrm>
    </dsp:sp>
    <dsp:sp modelId="{19DDA890-697C-41EB-AD44-AAC012B69489}">
      <dsp:nvSpPr>
        <dsp:cNvPr id="0" name=""/>
        <dsp:cNvSpPr/>
      </dsp:nvSpPr>
      <dsp:spPr>
        <a:xfrm>
          <a:off x="0" y="1103499"/>
          <a:ext cx="5181600" cy="1044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b="1" kern="1200"/>
            <a:t>&lt;textarea&gt;</a:t>
          </a:r>
          <a:r>
            <a:rPr lang="es-MX" sz="1900" kern="1200"/>
            <a:t>: Similar a input, pero para </a:t>
          </a:r>
          <a:r>
            <a:rPr lang="es-MX" sz="1900" b="1" kern="1200"/>
            <a:t>texto multilinea</a:t>
          </a:r>
          <a:r>
            <a:rPr lang="es-MX" sz="1900" kern="1200"/>
            <a:t>, como comentarios o descripciones.</a:t>
          </a:r>
          <a:endParaRPr lang="en-US" sz="1900" kern="1200"/>
        </a:p>
      </dsp:txBody>
      <dsp:txXfrm>
        <a:off x="51003" y="1154502"/>
        <a:ext cx="5079594" cy="942803"/>
      </dsp:txXfrm>
    </dsp:sp>
    <dsp:sp modelId="{25F5D15B-609A-4FA9-8C90-21C910A78495}">
      <dsp:nvSpPr>
        <dsp:cNvPr id="0" name=""/>
        <dsp:cNvSpPr/>
      </dsp:nvSpPr>
      <dsp:spPr>
        <a:xfrm>
          <a:off x="0" y="2203029"/>
          <a:ext cx="5181600" cy="1044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b="1" kern="1200"/>
            <a:t>&lt;switch&gt;</a:t>
          </a:r>
          <a:r>
            <a:rPr lang="es-MX" sz="1900" kern="1200"/>
            <a:t>: Un </a:t>
          </a:r>
          <a:r>
            <a:rPr lang="es-MX" sz="1900" b="1" kern="1200"/>
            <a:t>interruptor</a:t>
          </a:r>
          <a:r>
            <a:rPr lang="es-MX" sz="1900" kern="1200"/>
            <a:t> para seleccionar entre dos estados, como </a:t>
          </a:r>
          <a:r>
            <a:rPr lang="es-MX" sz="1900" b="1" kern="1200"/>
            <a:t>on/off</a:t>
          </a:r>
          <a:r>
            <a:rPr lang="es-MX" sz="1900" kern="1200"/>
            <a:t> o verdadero/falso.</a:t>
          </a:r>
          <a:endParaRPr lang="en-US" sz="1900" kern="1200"/>
        </a:p>
      </dsp:txBody>
      <dsp:txXfrm>
        <a:off x="51003" y="2254032"/>
        <a:ext cx="5079594" cy="942803"/>
      </dsp:txXfrm>
    </dsp:sp>
    <dsp:sp modelId="{3D002F36-3717-4428-B8B0-8FC28FDC295E}">
      <dsp:nvSpPr>
        <dsp:cNvPr id="0" name=""/>
        <dsp:cNvSpPr/>
      </dsp:nvSpPr>
      <dsp:spPr>
        <a:xfrm>
          <a:off x="0" y="3302559"/>
          <a:ext cx="5181600" cy="1044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b="1" kern="1200"/>
            <a:t>&lt;radio&gt; / &lt;checkbox&gt;</a:t>
          </a:r>
          <a:r>
            <a:rPr lang="es-MX" sz="1900" kern="1200"/>
            <a:t>: &lt;radio&gt; se usa para </a:t>
          </a:r>
          <a:r>
            <a:rPr lang="es-MX" sz="1900" b="1" kern="1200"/>
            <a:t>selección única</a:t>
          </a:r>
          <a:r>
            <a:rPr lang="es-MX" sz="1900" kern="1200"/>
            <a:t> de una opción, mientras que &lt;checkbox&gt; permite </a:t>
          </a:r>
          <a:r>
            <a:rPr lang="es-MX" sz="1900" b="1" kern="1200"/>
            <a:t>selección múltiple</a:t>
          </a:r>
          <a:r>
            <a:rPr lang="es-MX" sz="1900" kern="1200"/>
            <a:t>.</a:t>
          </a:r>
          <a:endParaRPr lang="en-US" sz="1900" kern="1200"/>
        </a:p>
      </dsp:txBody>
      <dsp:txXfrm>
        <a:off x="51003" y="3353562"/>
        <a:ext cx="5079594" cy="94280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71F327-8C20-42F1-9BC7-B9F87D0F013A}">
      <dsp:nvSpPr>
        <dsp:cNvPr id="0" name=""/>
        <dsp:cNvSpPr/>
      </dsp:nvSpPr>
      <dsp:spPr>
        <a:xfrm>
          <a:off x="0" y="346868"/>
          <a:ext cx="5181600" cy="879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/>
            <a:t>&lt;picker&gt;</a:t>
          </a:r>
          <a:r>
            <a:rPr lang="es-MX" sz="1600" kern="1200"/>
            <a:t>: Muestra un selector en la parte inferior de la pantalla para elegir entre una </a:t>
          </a:r>
          <a:r>
            <a:rPr lang="es-MX" sz="1600" b="1" kern="1200"/>
            <a:t>lista</a:t>
          </a:r>
          <a:r>
            <a:rPr lang="es-MX" sz="1600" kern="1200"/>
            <a:t> de opciones, fechas o regiones geográficas.</a:t>
          </a:r>
          <a:endParaRPr lang="en-US" sz="1600" kern="1200"/>
        </a:p>
      </dsp:txBody>
      <dsp:txXfrm>
        <a:off x="42950" y="389818"/>
        <a:ext cx="5095700" cy="793940"/>
      </dsp:txXfrm>
    </dsp:sp>
    <dsp:sp modelId="{0BC87794-CC2D-4E46-BC59-2272E26A76DF}">
      <dsp:nvSpPr>
        <dsp:cNvPr id="0" name=""/>
        <dsp:cNvSpPr/>
      </dsp:nvSpPr>
      <dsp:spPr>
        <a:xfrm>
          <a:off x="0" y="1272789"/>
          <a:ext cx="5181600" cy="879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/>
            <a:t>&lt;label&gt;</a:t>
          </a:r>
          <a:r>
            <a:rPr lang="es-MX" sz="1600" kern="1200"/>
            <a:t>: Se usa para mejorar la </a:t>
          </a:r>
          <a:r>
            <a:rPr lang="es-MX" sz="1600" b="1" kern="1200"/>
            <a:t>accesibilidad</a:t>
          </a:r>
          <a:r>
            <a:rPr lang="es-MX" sz="1600" kern="1200"/>
            <a:t> de un formulario. Al hacer clic en el texto del label, se activa el componente de formulario asociado (como input o radio).</a:t>
          </a:r>
          <a:endParaRPr lang="en-US" sz="1600" kern="1200"/>
        </a:p>
      </dsp:txBody>
      <dsp:txXfrm>
        <a:off x="42950" y="1315739"/>
        <a:ext cx="5095700" cy="793940"/>
      </dsp:txXfrm>
    </dsp:sp>
    <dsp:sp modelId="{7E7D5FF1-06C6-47FA-82F8-7637FB4D31AF}">
      <dsp:nvSpPr>
        <dsp:cNvPr id="0" name=""/>
        <dsp:cNvSpPr/>
      </dsp:nvSpPr>
      <dsp:spPr>
        <a:xfrm>
          <a:off x="0" y="2198709"/>
          <a:ext cx="5181600" cy="879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/>
            <a:t>&lt;button&gt;</a:t>
          </a:r>
          <a:r>
            <a:rPr lang="es-MX" sz="1600" kern="1200"/>
            <a:t>: Un componente interactivo para </a:t>
          </a:r>
          <a:r>
            <a:rPr lang="es-MX" sz="1600" b="1" kern="1200"/>
            <a:t>realizar acciones</a:t>
          </a:r>
          <a:r>
            <a:rPr lang="es-MX" sz="1600" kern="1200"/>
            <a:t>, como enviar un formulario o activar un evento.</a:t>
          </a:r>
          <a:endParaRPr lang="en-US" sz="1600" kern="1200"/>
        </a:p>
      </dsp:txBody>
      <dsp:txXfrm>
        <a:off x="42950" y="2241659"/>
        <a:ext cx="5095700" cy="793940"/>
      </dsp:txXfrm>
    </dsp:sp>
    <dsp:sp modelId="{DD3E6110-A64E-48B1-9B9E-0242ADA93BD7}">
      <dsp:nvSpPr>
        <dsp:cNvPr id="0" name=""/>
        <dsp:cNvSpPr/>
      </dsp:nvSpPr>
      <dsp:spPr>
        <a:xfrm>
          <a:off x="0" y="3124629"/>
          <a:ext cx="5181600" cy="879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/>
            <a:t>&lt;form form-type="submit"&gt;</a:t>
          </a:r>
          <a:r>
            <a:rPr lang="es-MX" sz="1600" kern="1200"/>
            <a:t>: Agrupa todos los elementos de un formulario y, al ser enviado, </a:t>
          </a:r>
          <a:r>
            <a:rPr lang="es-MX" sz="1600" b="1" kern="1200"/>
            <a:t>recopila los valores</a:t>
          </a:r>
          <a:r>
            <a:rPr lang="es-MX" sz="1600" kern="1200"/>
            <a:t> de todos sus componentes en un solo objeto.</a:t>
          </a:r>
          <a:endParaRPr lang="en-US" sz="1600" kern="1200"/>
        </a:p>
      </dsp:txBody>
      <dsp:txXfrm>
        <a:off x="42950" y="3167579"/>
        <a:ext cx="5095700" cy="7939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A9163C-C290-4D0C-ACF9-8769E0143BC2}">
      <dsp:nvSpPr>
        <dsp:cNvPr id="0" name=""/>
        <dsp:cNvSpPr/>
      </dsp:nvSpPr>
      <dsp:spPr>
        <a:xfrm>
          <a:off x="0" y="48969"/>
          <a:ext cx="5181600" cy="1352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400" kern="1200" dirty="0">
              <a:solidFill>
                <a:srgbClr val="FFFFFF"/>
              </a:solidFill>
              <a:latin typeface="Calibri"/>
              <a:ea typeface="+mn-ea"/>
              <a:cs typeface="+mn-cs"/>
            </a:rPr>
            <a:t>Usar &lt;</a:t>
          </a:r>
          <a:r>
            <a:rPr lang="es-MX" sz="3400" kern="1200" dirty="0" err="1">
              <a:solidFill>
                <a:srgbClr val="FFFFFF"/>
              </a:solidFill>
              <a:latin typeface="Calibri"/>
              <a:ea typeface="+mn-ea"/>
              <a:cs typeface="+mn-cs"/>
            </a:rPr>
            <a:t>label</a:t>
          </a:r>
          <a:r>
            <a:rPr lang="es-MX" sz="3400" kern="1200" dirty="0">
              <a:solidFill>
                <a:srgbClr val="FFFFFF"/>
              </a:solidFill>
              <a:latin typeface="Calibri"/>
              <a:ea typeface="+mn-ea"/>
              <a:cs typeface="+mn-cs"/>
            </a:rPr>
            <a:t> </a:t>
          </a:r>
          <a:r>
            <a:rPr lang="es-MX" sz="3400" kern="1200" dirty="0" err="1">
              <a:solidFill>
                <a:srgbClr val="FFFFFF"/>
              </a:solidFill>
              <a:latin typeface="Calibri"/>
              <a:ea typeface="+mn-ea"/>
              <a:cs typeface="+mn-cs"/>
            </a:rPr>
            <a:t>for</a:t>
          </a:r>
          <a:r>
            <a:rPr lang="es-MX" sz="3400" kern="1200" dirty="0">
              <a:solidFill>
                <a:srgbClr val="FFFFFF"/>
              </a:solidFill>
              <a:latin typeface="Calibri"/>
              <a:ea typeface="+mn-ea"/>
              <a:cs typeface="+mn-cs"/>
            </a:rPr>
            <a:t>="id"&gt; o envolver el input.</a:t>
          </a:r>
          <a:endParaRPr lang="en-US" sz="3400" kern="1200" dirty="0">
            <a:solidFill>
              <a:srgbClr val="FFFFFF"/>
            </a:solidFill>
            <a:latin typeface="Calibri"/>
            <a:ea typeface="+mn-ea"/>
            <a:cs typeface="+mn-cs"/>
          </a:endParaRPr>
        </a:p>
      </dsp:txBody>
      <dsp:txXfrm>
        <a:off x="66025" y="114994"/>
        <a:ext cx="5049550" cy="1220470"/>
      </dsp:txXfrm>
    </dsp:sp>
    <dsp:sp modelId="{929CC54D-2ACC-46C9-813D-482FB86B1678}">
      <dsp:nvSpPr>
        <dsp:cNvPr id="0" name=""/>
        <dsp:cNvSpPr/>
      </dsp:nvSpPr>
      <dsp:spPr>
        <a:xfrm>
          <a:off x="0" y="1499409"/>
          <a:ext cx="5181600" cy="1352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400" kern="12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Hace clic en texto → activa input.</a:t>
          </a:r>
          <a:endParaRPr lang="en-US" sz="3400" kern="1200" dirty="0">
            <a:solidFill>
              <a:srgbClr val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66025" y="1565434"/>
        <a:ext cx="5049550" cy="1220470"/>
      </dsp:txXfrm>
    </dsp:sp>
    <dsp:sp modelId="{00F6D34C-026D-4871-A32D-A939C9D91AE8}">
      <dsp:nvSpPr>
        <dsp:cNvPr id="0" name=""/>
        <dsp:cNvSpPr/>
      </dsp:nvSpPr>
      <dsp:spPr>
        <a:xfrm>
          <a:off x="0" y="2949848"/>
          <a:ext cx="5181600" cy="1352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400" kern="12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Mejor UX con teclado y lectores de pantalla.</a:t>
          </a:r>
          <a:endParaRPr lang="en-US" sz="3400" kern="1200" dirty="0">
            <a:solidFill>
              <a:srgbClr val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66025" y="3015873"/>
        <a:ext cx="5049550" cy="122047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908924-2347-4495-AF02-B6A7B6A808A3}">
      <dsp:nvSpPr>
        <dsp:cNvPr id="0" name=""/>
        <dsp:cNvSpPr/>
      </dsp:nvSpPr>
      <dsp:spPr>
        <a:xfrm>
          <a:off x="0" y="260626"/>
          <a:ext cx="5181600" cy="9121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100" b="1" kern="12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on*</a:t>
          </a:r>
          <a:r>
            <a:rPr lang="es-MX" sz="2100" kern="12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 → permite propagación.</a:t>
          </a:r>
          <a:endParaRPr lang="en-US" sz="2100" kern="1200" dirty="0">
            <a:solidFill>
              <a:srgbClr val="FFFFFF"/>
            </a:solidFill>
            <a:latin typeface="Calibri"/>
            <a:ea typeface="+mn-ea"/>
            <a:cs typeface="+mn-cs"/>
          </a:endParaRPr>
        </a:p>
      </dsp:txBody>
      <dsp:txXfrm>
        <a:off x="44528" y="305154"/>
        <a:ext cx="5092544" cy="823105"/>
      </dsp:txXfrm>
    </dsp:sp>
    <dsp:sp modelId="{327A59C2-D573-4828-8FF6-3485AEE4E7C0}">
      <dsp:nvSpPr>
        <dsp:cNvPr id="0" name=""/>
        <dsp:cNvSpPr/>
      </dsp:nvSpPr>
      <dsp:spPr>
        <a:xfrm>
          <a:off x="0" y="1233267"/>
          <a:ext cx="5181600" cy="9121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100" b="1" kern="12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catch*</a:t>
          </a:r>
          <a:r>
            <a:rPr lang="es-MX" sz="2100" kern="12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 → detiene propagación.</a:t>
          </a:r>
          <a:endParaRPr lang="en-US" sz="2100" kern="1200" dirty="0">
            <a:solidFill>
              <a:srgbClr val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44528" y="1277795"/>
        <a:ext cx="5092544" cy="823105"/>
      </dsp:txXfrm>
    </dsp:sp>
    <dsp:sp modelId="{68AF8891-A4D1-4C11-AF91-141151A070B6}">
      <dsp:nvSpPr>
        <dsp:cNvPr id="0" name=""/>
        <dsp:cNvSpPr/>
      </dsp:nvSpPr>
      <dsp:spPr>
        <a:xfrm>
          <a:off x="0" y="2205909"/>
          <a:ext cx="5181600" cy="9121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100" b="1" kern="12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Datasets:</a:t>
          </a:r>
          <a:r>
            <a:rPr lang="es-MX" sz="2100" kern="12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 </a:t>
          </a:r>
          <a:r>
            <a:rPr lang="es-MX" sz="2100" kern="1200" dirty="0">
              <a:solidFill>
                <a:srgbClr val="FFFFFF"/>
              </a:solidFill>
              <a:latin typeface="Consolas"/>
              <a:ea typeface="+mn-ea"/>
              <a:cs typeface="+mn-cs"/>
            </a:rPr>
            <a:t>data-*</a:t>
          </a:r>
          <a:r>
            <a:rPr lang="es-MX" sz="2100" kern="12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 → pasar valores al evento.</a:t>
          </a:r>
        </a:p>
      </dsp:txBody>
      <dsp:txXfrm>
        <a:off x="44528" y="2250437"/>
        <a:ext cx="5092544" cy="823105"/>
      </dsp:txXfrm>
    </dsp:sp>
    <dsp:sp modelId="{30B4F1AF-E2D5-4522-AED9-DC408C96407B}">
      <dsp:nvSpPr>
        <dsp:cNvPr id="0" name=""/>
        <dsp:cNvSpPr/>
      </dsp:nvSpPr>
      <dsp:spPr>
        <a:xfrm>
          <a:off x="0" y="3178550"/>
          <a:ext cx="5181600" cy="9121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100" b="1" kern="1200" dirty="0">
              <a:solidFill>
                <a:srgbClr val="FFFFFF"/>
              </a:solidFill>
              <a:latin typeface="Calibri"/>
              <a:ea typeface="+mn-ea"/>
              <a:cs typeface="+mn-cs"/>
            </a:rPr>
            <a:t>Validaciones comunes: </a:t>
          </a:r>
          <a:r>
            <a:rPr lang="es-MX" sz="2100" kern="12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Requeridos. Email con regex básica. Consentimiento con switch.</a:t>
          </a:r>
          <a:endParaRPr lang="es-MX" sz="2100" b="1" kern="1200" dirty="0">
            <a:solidFill>
              <a:srgbClr val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44528" y="3223078"/>
        <a:ext cx="5092544" cy="8231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7FD86C-529E-4BE3-97E3-CC9305FA3E8E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B4A872-6C71-4D77-ACF2-E412B9EF09F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38658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CB277-1B3D-BEDA-9E23-C1DF634DE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A7CF7D3-BE1C-5F5B-E3AB-92EF78D03F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832F13F-D568-B2C2-F237-6FB1624EE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ED7EB12-AA77-559B-BBBB-E8EBD7AF65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B4A872-6C71-4D77-ACF2-E412B9EF09FF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138812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AB639-299C-0DD0-CE3E-2B2F6898A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4B2003C-0415-2E86-2D68-BB42D2A21F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46350" y="876300"/>
            <a:ext cx="4203700" cy="2365375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D057837-FC97-CF46-DB87-F6282B5FA9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489A77A-0D72-FA36-8D29-FC8D3A98B1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13E4F-A57D-5C4E-8148-460C945ED8A8}" type="slidenum">
              <a:rPr lang="es-ES_tradnl" smtClean="0"/>
              <a:t>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363028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BA832-6FA3-FA4F-D62C-A354A7B78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E5A09E2-C10A-4309-5F6B-40B0418E8C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C4A4423-2B70-DC6F-AC68-0FC22AE567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4852FEC-7BE1-09A2-C2D2-F9401567E5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B4A872-6C71-4D77-ACF2-E412B9EF09FF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84509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6DCBD-BA0C-DCC0-0048-ACCBDDB32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7A0442E-40C3-8582-0D09-BEDF5DBB5D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5DFE69A-F739-74D3-26C5-DD09EFB5F9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1E90294-CBEF-9270-8DDA-24E8F83CC7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B4A872-6C71-4D77-ACF2-E412B9EF09FF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195722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F8C9E-B5FF-88F1-9370-0F4F6FFB7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26F902E-A2E9-FB2C-CC64-AF91521285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040D737-E0CC-E443-5261-725DBD64CE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3EB8CD0-7ED5-343E-9842-303DCE4A61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B4A872-6C71-4D77-ACF2-E412B9EF09FF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589624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92667-B44E-E96F-21C8-4EDDACA36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AB23E4F-52C2-6CE2-5ACD-058B11A448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E798F0D-D701-197B-A588-1E7302D025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49A114-AC60-54DB-9275-A09D8264E6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B4A872-6C71-4D77-ACF2-E412B9EF09FF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329511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665ED-AD70-0F42-9971-8D5A2F4F9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FDD8A3E-A6B7-0BB4-85E8-8201288A87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162080A-873B-78DE-94FF-491CA5FE34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7F26073-C56E-591F-4856-1803412546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B4A872-6C71-4D77-ACF2-E412B9EF09FF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43780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3AC34-AA55-36D3-658D-F7AA7BBFD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2C39396-A6A6-1F91-7FA9-3F7933A9B3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306C049-A275-7604-7A6A-D10C7235E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0897BB9-C33C-841B-4444-D3EE0CF875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B4A872-6C71-4D77-ACF2-E412B9EF09FF}" type="slidenum">
              <a:rPr lang="es-MX" smtClean="0"/>
              <a:t>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41319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088783-BC95-47F3-B359-9E496433B4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ABDD24-4305-4EA4-81B2-14609F6147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617F5E-853B-40A4-B431-975A9605B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19EAC-D783-4711-AF6D-10FC894D6243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8D37FC-627F-44B9-955C-83F87FD94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67F6BEA-681A-4129-95C8-F8190C463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21717-E774-4E50-A9C4-BD8DC81823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5567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855E57-07F5-4FC4-91C8-F9E74D60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3FED3B-ADB3-4546-BE60-60683EE6D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AC9F6A-9503-4A81-ABFD-E44489998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19EAC-D783-4711-AF6D-10FC894D6243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C5E8D6-A2DD-48C1-8509-05CD9F776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C47BE8-9069-4A80-9EAB-8F8B25BF6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21717-E774-4E50-A9C4-BD8DC81823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10339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E4DE8F-BD0D-4B03-B27B-8A435911A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28FC42-CB64-4DF6-9917-1590B9B04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4814D7-08CD-4A44-AFB9-A21EBFB53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19EAC-D783-4711-AF6D-10FC894D6243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2A7384-DB7D-4607-B36F-2D1B1313D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76670C-7424-4093-BBA3-8ECDCBC30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21717-E774-4E50-A9C4-BD8DC81823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2252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F44DB3-BA05-4262-BDE1-8AE31594F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C76927-2164-42B4-B939-2ADAC1E8B4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E208D8F-00AC-43C1-BC5D-9D60702A37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213791-A554-462A-A6D3-DB9DE1903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19EAC-D783-4711-AF6D-10FC894D6243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3554BE2-721B-4A49-8A13-35EFC78E8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1CC9F2C-F608-4D92-AC9A-9282F6BAC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21717-E774-4E50-A9C4-BD8DC81823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24133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393DBE-9E39-49DE-B7A1-45E1816D4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695EF0-B409-4F69-9B42-5FC9234396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1FFA991-1996-42B8-A551-3BF6E91BE6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684FFFE-1E6A-4D82-A217-01EDF6B70E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E6B48AF-7721-497D-94ED-08217C4CC9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82E5047-5714-4ACC-95FC-850432E9A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19EAC-D783-4711-AF6D-10FC894D6243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9BDDDFA-A1F4-4D1A-AFEF-231022321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BC32FF9-0094-42F9-8C09-B154D06AC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21717-E774-4E50-A9C4-BD8DC81823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48996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481C84-4077-44C5-80FA-F80D40AF0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1C8B365-9B43-4AEF-8017-8FC4275C3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19EAC-D783-4711-AF6D-10FC894D6243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0EA0827-6228-4F8D-9DC1-C725DDB0C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1A4F364-2655-4944-B135-095ED397B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21717-E774-4E50-A9C4-BD8DC81823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19431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FC78521-4A48-45DB-B3F6-159711C0D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19EAC-D783-4711-AF6D-10FC894D6243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255B1DD-DFA8-4618-B7BC-D878234E6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2DD1CA2-6ABB-4C8B-92D1-3EB301D13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21717-E774-4E50-A9C4-BD8DC81823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49465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957A65-6599-42F0-9E57-51293B1C1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B67D44-FD24-4A93-81C8-154A7516B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9ED3F8A-A8E5-4E91-9166-D7EB320F47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0CDBD22-EF84-468E-A634-AFE1B98DD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19EAC-D783-4711-AF6D-10FC894D6243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46882F0-86CF-41B0-A340-AE5F0DCAD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4416E2F-88AC-4461-8C05-CDB79277B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21717-E774-4E50-A9C4-BD8DC81823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08794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AB8E3A-7362-4559-9DBE-3EC35E2F7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CA9D17C-F8EE-4BDE-9F91-31DC17AC1E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352AEC7-A887-4ABA-BCBB-956C8EC9BB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14BD181-F20D-4381-AE91-740C6C5A1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19EAC-D783-4711-AF6D-10FC894D6243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48D3D82-361D-4666-B8F7-E71E8EB4E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11E9EE1-73D0-499C-81F9-D49FE4667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21717-E774-4E50-A9C4-BD8DC81823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11436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15CC79-B274-4E05-96F9-36B3D4544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7DDC220-56EF-4AAB-959C-03437A0DA0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A60419-434D-48E9-9224-E160E615E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19EAC-D783-4711-AF6D-10FC894D6243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4FDCAC-0202-423F-81E8-E30D213B1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9FD2D6-CEC3-4DC6-A27A-B5F5588A6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21717-E774-4E50-A9C4-BD8DC81823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19954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C042BE3-02AB-43CC-B034-F73E50B7C6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3F74C43-0BA6-4561-BBA1-AD9C0C62E4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163775-0998-48CF-B189-66229F1C8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19EAC-D783-4711-AF6D-10FC894D6243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784E61-09B2-4DEA-BCC9-8C30B0D01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BE6141-412D-43ED-9304-416A2A5B9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21717-E774-4E50-A9C4-BD8DC81823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65738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0901ACD-461F-42E7-9A9A-D7C671794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D5441A8-389C-4C9D-8FB8-8C019CBCD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76D8EE-5FF1-4D9A-9F0B-D652C26803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619EAC-D783-4711-AF6D-10FC894D6243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2B4C4F-66D2-42EA-96B9-201CC1C61A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AB051B-AA27-4EF4-9A79-9BA1273826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421717-E774-4E50-A9C4-BD8DC81823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35451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9" Type="http://schemas.openxmlformats.org/officeDocument/2006/relationships/image" Target="../media/image9.gif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0160" cy="6858000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40" y="0"/>
            <a:ext cx="12192000" cy="6858000"/>
          </a:xfrm>
          <a:prstGeom prst="rect">
            <a:avLst/>
          </a:prstGeom>
        </p:spPr>
      </p:pic>
      <p:pic>
        <p:nvPicPr>
          <p:cNvPr id="10" name="Imagen 9" descr="Dibujo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D3CC9CFF-10C4-47A7-AD0B-ED32C044E1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740" y="2273435"/>
            <a:ext cx="4114840" cy="173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859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287DD-CC69-C86A-77AE-50E5BA59A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o 28">
            <a:extLst>
              <a:ext uri="{FF2B5EF4-FFF2-40B4-BE49-F238E27FC236}">
                <a16:creationId xmlns:a16="http://schemas.microsoft.com/office/drawing/2014/main" id="{6C637981-2ADC-8773-CB48-591BA6503BF9}"/>
              </a:ext>
            </a:extLst>
          </p:cNvPr>
          <p:cNvGrpSpPr/>
          <p:nvPr/>
        </p:nvGrpSpPr>
        <p:grpSpPr>
          <a:xfrm>
            <a:off x="6896" y="-29222"/>
            <a:ext cx="12215222" cy="6934200"/>
            <a:chOff x="0" y="0"/>
            <a:chExt cx="12215222" cy="6934200"/>
          </a:xfrm>
        </p:grpSpPr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5CF415FA-554E-1496-5F9C-8ACBCBA20252}"/>
                </a:ext>
              </a:extLst>
            </p:cNvPr>
            <p:cNvSpPr/>
            <p:nvPr/>
          </p:nvSpPr>
          <p:spPr>
            <a:xfrm>
              <a:off x="23222" y="0"/>
              <a:ext cx="12192000" cy="6934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>
                <a:latin typeface="Releway"/>
              </a:endParaRPr>
            </a:p>
          </p:txBody>
        </p:sp>
        <p:sp>
          <p:nvSpPr>
            <p:cNvPr id="31" name="Paralelogramo 30">
              <a:extLst>
                <a:ext uri="{FF2B5EF4-FFF2-40B4-BE49-F238E27FC236}">
                  <a16:creationId xmlns:a16="http://schemas.microsoft.com/office/drawing/2014/main" id="{54A114C6-0672-C603-068E-2A18DC638D43}"/>
                </a:ext>
              </a:extLst>
            </p:cNvPr>
            <p:cNvSpPr/>
            <p:nvPr/>
          </p:nvSpPr>
          <p:spPr>
            <a:xfrm rot="10800000" flipH="1">
              <a:off x="990600" y="4011"/>
              <a:ext cx="8526966" cy="4073788"/>
            </a:xfrm>
            <a:prstGeom prst="parallelogram">
              <a:avLst>
                <a:gd name="adj" fmla="val 65271"/>
              </a:avLst>
            </a:prstGeom>
            <a:solidFill>
              <a:srgbClr val="F2F2F2">
                <a:alpha val="2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>
                <a:latin typeface="Releway"/>
              </a:endParaRPr>
            </a:p>
          </p:txBody>
        </p:sp>
        <p:sp>
          <p:nvSpPr>
            <p:cNvPr id="33" name="Rectángulo 32">
              <a:extLst>
                <a:ext uri="{FF2B5EF4-FFF2-40B4-BE49-F238E27FC236}">
                  <a16:creationId xmlns:a16="http://schemas.microsoft.com/office/drawing/2014/main" id="{46C5417D-F06E-FAE2-D6EC-5DC8CD79E43B}"/>
                </a:ext>
              </a:extLst>
            </p:cNvPr>
            <p:cNvSpPr/>
            <p:nvPr/>
          </p:nvSpPr>
          <p:spPr>
            <a:xfrm>
              <a:off x="0" y="0"/>
              <a:ext cx="10134600" cy="180000"/>
            </a:xfrm>
            <a:prstGeom prst="rect">
              <a:avLst/>
            </a:prstGeom>
            <a:solidFill>
              <a:srgbClr val="1A2F7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>
                <a:latin typeface="Releway"/>
              </a:endParaRPr>
            </a:p>
          </p:txBody>
        </p:sp>
        <p:sp>
          <p:nvSpPr>
            <p:cNvPr id="34" name="Redondear rectángulo de una esquina 33">
              <a:extLst>
                <a:ext uri="{FF2B5EF4-FFF2-40B4-BE49-F238E27FC236}">
                  <a16:creationId xmlns:a16="http://schemas.microsoft.com/office/drawing/2014/main" id="{24CF7F3F-C4E5-CC9E-E816-5F791F8A36CC}"/>
                </a:ext>
              </a:extLst>
            </p:cNvPr>
            <p:cNvSpPr/>
            <p:nvPr/>
          </p:nvSpPr>
          <p:spPr>
            <a:xfrm>
              <a:off x="0" y="6754200"/>
              <a:ext cx="3886200" cy="180000"/>
            </a:xfrm>
            <a:prstGeom prst="round1Rect">
              <a:avLst>
                <a:gd name="adj" fmla="val 50000"/>
              </a:avLst>
            </a:prstGeom>
            <a:solidFill>
              <a:srgbClr val="1C30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>
                <a:solidFill>
                  <a:srgbClr val="077D39"/>
                </a:solidFill>
                <a:latin typeface="Releway"/>
              </a:endParaRPr>
            </a:p>
          </p:txBody>
        </p:sp>
      </p:grpSp>
      <p:pic>
        <p:nvPicPr>
          <p:cNvPr id="4" name="Imagen 3" descr="Logotipo, Icono&#10;&#10;Descripción generada automáticamente con confianza media">
            <a:extLst>
              <a:ext uri="{FF2B5EF4-FFF2-40B4-BE49-F238E27FC236}">
                <a16:creationId xmlns:a16="http://schemas.microsoft.com/office/drawing/2014/main" id="{E35920FA-3701-4D2D-A7A0-638B3CA9B8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8660" y="650652"/>
            <a:ext cx="3207695" cy="1349268"/>
          </a:xfrm>
          <a:prstGeom prst="rect">
            <a:avLst/>
          </a:prstGeom>
        </p:spPr>
      </p:pic>
      <p:pic>
        <p:nvPicPr>
          <p:cNvPr id="13" name="Imagen 12" descr="Imagen que contiene firmar, parada, tráfico, reloj&#10;&#10;Descripción generada automáticamente">
            <a:extLst>
              <a:ext uri="{FF2B5EF4-FFF2-40B4-BE49-F238E27FC236}">
                <a16:creationId xmlns:a16="http://schemas.microsoft.com/office/drawing/2014/main" id="{C60A4C9C-78EE-4556-B070-B1D281FA4C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6438" y="6153666"/>
            <a:ext cx="2912529" cy="63729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0EB22646-7B66-CCF7-14B9-CD9426FE1633}"/>
              </a:ext>
            </a:extLst>
          </p:cNvPr>
          <p:cNvSpPr txBox="1"/>
          <p:nvPr/>
        </p:nvSpPr>
        <p:spPr>
          <a:xfrm>
            <a:off x="2225" y="664108"/>
            <a:ext cx="5730016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400" dirty="0">
                <a:ea typeface="+mn-lt"/>
                <a:cs typeface="+mn-lt"/>
              </a:rPr>
              <a:t>Componentes </a:t>
            </a:r>
            <a:r>
              <a:rPr lang="en-US" sz="4400" err="1">
                <a:ea typeface="+mn-lt"/>
                <a:cs typeface="+mn-lt"/>
              </a:rPr>
              <a:t>básicos</a:t>
            </a:r>
            <a:r>
              <a:rPr lang="en-US" sz="4400" dirty="0">
                <a:ea typeface="+mn-lt"/>
                <a:cs typeface="+mn-lt"/>
              </a:rPr>
              <a:t> y </a:t>
            </a:r>
            <a:r>
              <a:rPr lang="en-US" sz="4400" err="1">
                <a:ea typeface="+mn-lt"/>
                <a:cs typeface="+mn-lt"/>
              </a:rPr>
              <a:t>formularios</a:t>
            </a:r>
            <a:endParaRPr lang="es-MX" sz="4400">
              <a:ea typeface="Calibri"/>
              <a:cs typeface="Calibri"/>
            </a:endParaRPr>
          </a:p>
        </p:txBody>
      </p:sp>
      <p:pic>
        <p:nvPicPr>
          <p:cNvPr id="2" name="Imagen 1" descr="https://www.flaticon.com/free-icon/form_1388393&#10;">
            <a:extLst>
              <a:ext uri="{FF2B5EF4-FFF2-40B4-BE49-F238E27FC236}">
                <a16:creationId xmlns:a16="http://schemas.microsoft.com/office/drawing/2014/main" id="{35DD7483-6296-938C-7FDC-E188FDEA5F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512" y="2342176"/>
            <a:ext cx="3914567" cy="389788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5AAE7FF-2C51-47E4-033E-DC80F5FD2F91}"/>
              </a:ext>
            </a:extLst>
          </p:cNvPr>
          <p:cNvSpPr txBox="1"/>
          <p:nvPr/>
        </p:nvSpPr>
        <p:spPr>
          <a:xfrm>
            <a:off x="5959122" y="3503789"/>
            <a:ext cx="5438422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MX" sz="3200"/>
              <a:t>Capturar datos de usuario con componentes nativos y manejar eventos</a:t>
            </a:r>
          </a:p>
        </p:txBody>
      </p:sp>
    </p:spTree>
    <p:extLst>
      <p:ext uri="{BB962C8B-B14F-4D97-AF65-F5344CB8AC3E}">
        <p14:creationId xmlns:p14="http://schemas.microsoft.com/office/powerpoint/2010/main" val="2956586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766B1-023A-9566-BBD2-66B01A5F6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n 1">
            <a:extLst>
              <a:ext uri="{FF2B5EF4-FFF2-40B4-BE49-F238E27FC236}">
                <a16:creationId xmlns:a16="http://schemas.microsoft.com/office/drawing/2014/main" id="{6BED8431-7AE3-BD31-953D-7E51DBE5A3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9" r="3232" b="15293"/>
          <a:stretch/>
        </p:blipFill>
        <p:spPr bwMode="auto">
          <a:xfrm>
            <a:off x="-182422" y="-52550"/>
            <a:ext cx="12556844" cy="691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DCD31012-7EC6-A8A2-0551-3C2A03591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44354-8BC3-BE43-836F-E9C4C0B920A8}" type="slidenum">
              <a:rPr lang="es-ES_tradnl" smtClean="0"/>
              <a:t>3</a:t>
            </a:fld>
            <a:endParaRPr lang="es-ES_tradnl"/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19B01E22-88CC-6975-B4EC-2E53030E85FF}"/>
              </a:ext>
            </a:extLst>
          </p:cNvPr>
          <p:cNvCxnSpPr/>
          <p:nvPr/>
        </p:nvCxnSpPr>
        <p:spPr>
          <a:xfrm>
            <a:off x="4997310" y="111675"/>
            <a:ext cx="0" cy="48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C807B0A5-9568-E0DD-B979-046B6EE28A79}"/>
              </a:ext>
            </a:extLst>
          </p:cNvPr>
          <p:cNvCxnSpPr/>
          <p:nvPr/>
        </p:nvCxnSpPr>
        <p:spPr>
          <a:xfrm>
            <a:off x="4805812" y="1264026"/>
            <a:ext cx="0" cy="4831977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n 7" descr="Dibujo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29F98FB4-C60D-4735-A15F-E28D11EDB6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65" y="2563577"/>
            <a:ext cx="4114840" cy="173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486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D37D8-21E4-89B4-10E8-BCA3774D7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o 28">
            <a:extLst>
              <a:ext uri="{FF2B5EF4-FFF2-40B4-BE49-F238E27FC236}">
                <a16:creationId xmlns:a16="http://schemas.microsoft.com/office/drawing/2014/main" id="{B94731E3-FE8E-897A-B0D7-2BBCAB4F9E89}"/>
              </a:ext>
            </a:extLst>
          </p:cNvPr>
          <p:cNvGrpSpPr/>
          <p:nvPr/>
        </p:nvGrpSpPr>
        <p:grpSpPr>
          <a:xfrm>
            <a:off x="6896" y="-29222"/>
            <a:ext cx="12215222" cy="6934200"/>
            <a:chOff x="0" y="0"/>
            <a:chExt cx="12215222" cy="6934200"/>
          </a:xfrm>
        </p:grpSpPr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03F687D6-0B5D-D1F2-A03B-9C50213FCB7F}"/>
                </a:ext>
              </a:extLst>
            </p:cNvPr>
            <p:cNvSpPr/>
            <p:nvPr/>
          </p:nvSpPr>
          <p:spPr>
            <a:xfrm>
              <a:off x="23222" y="0"/>
              <a:ext cx="12192000" cy="6934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>
                <a:latin typeface="Releway"/>
              </a:endParaRPr>
            </a:p>
          </p:txBody>
        </p:sp>
        <p:sp>
          <p:nvSpPr>
            <p:cNvPr id="31" name="Paralelogramo 30">
              <a:extLst>
                <a:ext uri="{FF2B5EF4-FFF2-40B4-BE49-F238E27FC236}">
                  <a16:creationId xmlns:a16="http://schemas.microsoft.com/office/drawing/2014/main" id="{865DB984-8616-A2F3-9181-9353724E7148}"/>
                </a:ext>
              </a:extLst>
            </p:cNvPr>
            <p:cNvSpPr/>
            <p:nvPr/>
          </p:nvSpPr>
          <p:spPr>
            <a:xfrm rot="10800000" flipH="1">
              <a:off x="990600" y="4011"/>
              <a:ext cx="8526966" cy="4073788"/>
            </a:xfrm>
            <a:prstGeom prst="parallelogram">
              <a:avLst>
                <a:gd name="adj" fmla="val 65271"/>
              </a:avLst>
            </a:prstGeom>
            <a:solidFill>
              <a:srgbClr val="F2F2F2">
                <a:alpha val="2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>
                <a:latin typeface="Releway"/>
              </a:endParaRPr>
            </a:p>
          </p:txBody>
        </p:sp>
        <p:sp>
          <p:nvSpPr>
            <p:cNvPr id="33" name="Rectángulo 32">
              <a:extLst>
                <a:ext uri="{FF2B5EF4-FFF2-40B4-BE49-F238E27FC236}">
                  <a16:creationId xmlns:a16="http://schemas.microsoft.com/office/drawing/2014/main" id="{C8C4E561-0223-6A46-F41E-4C14BD1CF4B5}"/>
                </a:ext>
              </a:extLst>
            </p:cNvPr>
            <p:cNvSpPr/>
            <p:nvPr/>
          </p:nvSpPr>
          <p:spPr>
            <a:xfrm>
              <a:off x="0" y="0"/>
              <a:ext cx="10134600" cy="180000"/>
            </a:xfrm>
            <a:prstGeom prst="rect">
              <a:avLst/>
            </a:prstGeom>
            <a:solidFill>
              <a:srgbClr val="1A2F7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>
                <a:latin typeface="Releway"/>
              </a:endParaRPr>
            </a:p>
          </p:txBody>
        </p:sp>
        <p:sp>
          <p:nvSpPr>
            <p:cNvPr id="34" name="Redondear rectángulo de una esquina 33">
              <a:extLst>
                <a:ext uri="{FF2B5EF4-FFF2-40B4-BE49-F238E27FC236}">
                  <a16:creationId xmlns:a16="http://schemas.microsoft.com/office/drawing/2014/main" id="{2EE07F3B-89BB-B2FE-DB6F-073C722335E7}"/>
                </a:ext>
              </a:extLst>
            </p:cNvPr>
            <p:cNvSpPr/>
            <p:nvPr/>
          </p:nvSpPr>
          <p:spPr>
            <a:xfrm>
              <a:off x="0" y="6754200"/>
              <a:ext cx="3886200" cy="180000"/>
            </a:xfrm>
            <a:prstGeom prst="round1Rect">
              <a:avLst>
                <a:gd name="adj" fmla="val 50000"/>
              </a:avLst>
            </a:prstGeom>
            <a:solidFill>
              <a:srgbClr val="1C30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>
                <a:solidFill>
                  <a:srgbClr val="077D39"/>
                </a:solidFill>
                <a:latin typeface="Releway"/>
              </a:endParaRPr>
            </a:p>
          </p:txBody>
        </p:sp>
      </p:grpSp>
      <p:pic>
        <p:nvPicPr>
          <p:cNvPr id="13" name="Imagen 12" descr="Imagen que contiene firmar, parada, tráfico, reloj&#10;&#10;Descripción generada automáticamente">
            <a:extLst>
              <a:ext uri="{FF2B5EF4-FFF2-40B4-BE49-F238E27FC236}">
                <a16:creationId xmlns:a16="http://schemas.microsoft.com/office/drawing/2014/main" id="{8E864DCC-F475-CF1C-5B8B-1E1FE7CFB9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6438" y="6153666"/>
            <a:ext cx="2912529" cy="63729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5B959FF-2F2B-8FD9-6B20-D7A8457C0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latin typeface="Calibri Light"/>
                <a:ea typeface="Calibri Light"/>
                <a:cs typeface="Calibri Light"/>
              </a:rPr>
              <a:t>Contenedores de Vista</a:t>
            </a:r>
            <a:endParaRPr lang="es-MX" dirty="0"/>
          </a:p>
        </p:txBody>
      </p:sp>
      <p:graphicFrame>
        <p:nvGraphicFramePr>
          <p:cNvPr id="36" name="Marcador de contenido 5">
            <a:extLst>
              <a:ext uri="{FF2B5EF4-FFF2-40B4-BE49-F238E27FC236}">
                <a16:creationId xmlns:a16="http://schemas.microsoft.com/office/drawing/2014/main" id="{6B1100E2-9A7A-36F5-D9DF-62C9DFF60809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5" name="Marcador de contenido 4" descr="Implementing ScrollView via Storyboard | Medium&#10;https://medium.com/@noamkurtzer/implementing-scrollview-through-storyboard-with-auto-layout-17bfe3c84122">
            <a:extLst>
              <a:ext uri="{FF2B5EF4-FFF2-40B4-BE49-F238E27FC236}">
                <a16:creationId xmlns:a16="http://schemas.microsoft.com/office/drawing/2014/main" id="{54ADD16C-AA8F-C7DF-9BF6-A3E4A41E699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9"/>
          <a:stretch>
            <a:fillRect/>
          </a:stretch>
        </p:blipFill>
        <p:spPr>
          <a:xfrm>
            <a:off x="7156724" y="1409347"/>
            <a:ext cx="411566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055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F74B0-E65A-7178-C67C-E63E52F6B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o 28">
            <a:extLst>
              <a:ext uri="{FF2B5EF4-FFF2-40B4-BE49-F238E27FC236}">
                <a16:creationId xmlns:a16="http://schemas.microsoft.com/office/drawing/2014/main" id="{3599CDA3-A010-FC0E-0497-E20B26DEFFDD}"/>
              </a:ext>
            </a:extLst>
          </p:cNvPr>
          <p:cNvGrpSpPr/>
          <p:nvPr/>
        </p:nvGrpSpPr>
        <p:grpSpPr>
          <a:xfrm>
            <a:off x="6896" y="-29222"/>
            <a:ext cx="12215222" cy="6934200"/>
            <a:chOff x="0" y="0"/>
            <a:chExt cx="12215222" cy="6934200"/>
          </a:xfrm>
        </p:grpSpPr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38441F76-C0C1-FD03-A143-BF54D0E538DA}"/>
                </a:ext>
              </a:extLst>
            </p:cNvPr>
            <p:cNvSpPr/>
            <p:nvPr/>
          </p:nvSpPr>
          <p:spPr>
            <a:xfrm>
              <a:off x="23222" y="0"/>
              <a:ext cx="12192000" cy="6934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>
                <a:latin typeface="Releway"/>
              </a:endParaRPr>
            </a:p>
          </p:txBody>
        </p:sp>
        <p:sp>
          <p:nvSpPr>
            <p:cNvPr id="31" name="Paralelogramo 30">
              <a:extLst>
                <a:ext uri="{FF2B5EF4-FFF2-40B4-BE49-F238E27FC236}">
                  <a16:creationId xmlns:a16="http://schemas.microsoft.com/office/drawing/2014/main" id="{2AA50278-4ED2-8403-644C-FFC79296264E}"/>
                </a:ext>
              </a:extLst>
            </p:cNvPr>
            <p:cNvSpPr/>
            <p:nvPr/>
          </p:nvSpPr>
          <p:spPr>
            <a:xfrm rot="10800000" flipH="1">
              <a:off x="990600" y="4011"/>
              <a:ext cx="8526966" cy="4073788"/>
            </a:xfrm>
            <a:prstGeom prst="parallelogram">
              <a:avLst>
                <a:gd name="adj" fmla="val 65271"/>
              </a:avLst>
            </a:prstGeom>
            <a:solidFill>
              <a:srgbClr val="F2F2F2">
                <a:alpha val="2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>
                <a:latin typeface="Releway"/>
              </a:endParaRPr>
            </a:p>
          </p:txBody>
        </p:sp>
        <p:sp>
          <p:nvSpPr>
            <p:cNvPr id="33" name="Rectángulo 32">
              <a:extLst>
                <a:ext uri="{FF2B5EF4-FFF2-40B4-BE49-F238E27FC236}">
                  <a16:creationId xmlns:a16="http://schemas.microsoft.com/office/drawing/2014/main" id="{201E589E-065E-A56B-5979-9A31E1E1A066}"/>
                </a:ext>
              </a:extLst>
            </p:cNvPr>
            <p:cNvSpPr/>
            <p:nvPr/>
          </p:nvSpPr>
          <p:spPr>
            <a:xfrm>
              <a:off x="0" y="0"/>
              <a:ext cx="10134600" cy="180000"/>
            </a:xfrm>
            <a:prstGeom prst="rect">
              <a:avLst/>
            </a:prstGeom>
            <a:solidFill>
              <a:srgbClr val="1A2F7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>
                <a:latin typeface="Releway"/>
              </a:endParaRPr>
            </a:p>
          </p:txBody>
        </p:sp>
        <p:sp>
          <p:nvSpPr>
            <p:cNvPr id="34" name="Redondear rectángulo de una esquina 33">
              <a:extLst>
                <a:ext uri="{FF2B5EF4-FFF2-40B4-BE49-F238E27FC236}">
                  <a16:creationId xmlns:a16="http://schemas.microsoft.com/office/drawing/2014/main" id="{BE0B2D6D-2E45-E256-F3FD-AEED479E5F87}"/>
                </a:ext>
              </a:extLst>
            </p:cNvPr>
            <p:cNvSpPr/>
            <p:nvPr/>
          </p:nvSpPr>
          <p:spPr>
            <a:xfrm>
              <a:off x="0" y="6754200"/>
              <a:ext cx="3886200" cy="180000"/>
            </a:xfrm>
            <a:prstGeom prst="round1Rect">
              <a:avLst>
                <a:gd name="adj" fmla="val 50000"/>
              </a:avLst>
            </a:prstGeom>
            <a:solidFill>
              <a:srgbClr val="1C30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>
                <a:solidFill>
                  <a:srgbClr val="077D39"/>
                </a:solidFill>
                <a:latin typeface="Releway"/>
              </a:endParaRPr>
            </a:p>
          </p:txBody>
        </p:sp>
      </p:grpSp>
      <p:pic>
        <p:nvPicPr>
          <p:cNvPr id="13" name="Imagen 12" descr="Imagen que contiene firmar, parada, tráfico, reloj&#10;&#10;Descripción generada automáticamente">
            <a:extLst>
              <a:ext uri="{FF2B5EF4-FFF2-40B4-BE49-F238E27FC236}">
                <a16:creationId xmlns:a16="http://schemas.microsoft.com/office/drawing/2014/main" id="{99D83552-66CF-E9F8-056D-97F291D3DA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6438" y="6153666"/>
            <a:ext cx="2912529" cy="63729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3AD3790-BFF2-7152-5AE6-3C4BC79D6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ea typeface="+mj-lt"/>
                <a:cs typeface="+mj-lt"/>
              </a:rPr>
              <a:t>Componentes de Contenido</a:t>
            </a:r>
            <a:endParaRPr lang="es-MX" dirty="0"/>
          </a:p>
        </p:txBody>
      </p:sp>
      <p:graphicFrame>
        <p:nvGraphicFramePr>
          <p:cNvPr id="36" name="Marcador de contenido 5">
            <a:extLst>
              <a:ext uri="{FF2B5EF4-FFF2-40B4-BE49-F238E27FC236}">
                <a16:creationId xmlns:a16="http://schemas.microsoft.com/office/drawing/2014/main" id="{E80FA0F4-B359-1BFD-568A-826C8C002777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Marcador de contenido 9" descr="Free Progress Bar Animation by Sanil Modi | LottieFiles">
            <a:extLst>
              <a:ext uri="{FF2B5EF4-FFF2-40B4-BE49-F238E27FC236}">
                <a16:creationId xmlns:a16="http://schemas.microsoft.com/office/drawing/2014/main" id="{1194733B-F513-BEBA-1BD5-F72F020CF2B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9"/>
          <a:stretch>
            <a:fillRect/>
          </a:stretch>
        </p:blipFill>
        <p:spPr>
          <a:xfrm>
            <a:off x="7038613" y="1825625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028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1629A-47BF-A1B2-E823-A2F3C5791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o 28">
            <a:extLst>
              <a:ext uri="{FF2B5EF4-FFF2-40B4-BE49-F238E27FC236}">
                <a16:creationId xmlns:a16="http://schemas.microsoft.com/office/drawing/2014/main" id="{66F7A600-C1EC-7ED3-FA17-60861F828D7F}"/>
              </a:ext>
            </a:extLst>
          </p:cNvPr>
          <p:cNvGrpSpPr/>
          <p:nvPr/>
        </p:nvGrpSpPr>
        <p:grpSpPr>
          <a:xfrm>
            <a:off x="6896" y="-29222"/>
            <a:ext cx="12215222" cy="6934200"/>
            <a:chOff x="0" y="0"/>
            <a:chExt cx="12215222" cy="6934200"/>
          </a:xfrm>
        </p:grpSpPr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76E94773-2538-82A1-622F-FA4280E9418A}"/>
                </a:ext>
              </a:extLst>
            </p:cNvPr>
            <p:cNvSpPr/>
            <p:nvPr/>
          </p:nvSpPr>
          <p:spPr>
            <a:xfrm>
              <a:off x="23222" y="0"/>
              <a:ext cx="12192000" cy="6934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>
                <a:latin typeface="Releway"/>
              </a:endParaRPr>
            </a:p>
          </p:txBody>
        </p:sp>
        <p:sp>
          <p:nvSpPr>
            <p:cNvPr id="31" name="Paralelogramo 30">
              <a:extLst>
                <a:ext uri="{FF2B5EF4-FFF2-40B4-BE49-F238E27FC236}">
                  <a16:creationId xmlns:a16="http://schemas.microsoft.com/office/drawing/2014/main" id="{DE62A3D9-E661-056F-044C-CB658B6BEEEF}"/>
                </a:ext>
              </a:extLst>
            </p:cNvPr>
            <p:cNvSpPr/>
            <p:nvPr/>
          </p:nvSpPr>
          <p:spPr>
            <a:xfrm rot="10800000" flipH="1">
              <a:off x="990600" y="4011"/>
              <a:ext cx="8526966" cy="4073788"/>
            </a:xfrm>
            <a:prstGeom prst="parallelogram">
              <a:avLst>
                <a:gd name="adj" fmla="val 65271"/>
              </a:avLst>
            </a:prstGeom>
            <a:solidFill>
              <a:srgbClr val="F2F2F2">
                <a:alpha val="2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>
                <a:latin typeface="Releway"/>
              </a:endParaRPr>
            </a:p>
          </p:txBody>
        </p:sp>
        <p:sp>
          <p:nvSpPr>
            <p:cNvPr id="33" name="Rectángulo 32">
              <a:extLst>
                <a:ext uri="{FF2B5EF4-FFF2-40B4-BE49-F238E27FC236}">
                  <a16:creationId xmlns:a16="http://schemas.microsoft.com/office/drawing/2014/main" id="{729DC658-3F2C-A297-2E74-37F9BB8DD5D0}"/>
                </a:ext>
              </a:extLst>
            </p:cNvPr>
            <p:cNvSpPr/>
            <p:nvPr/>
          </p:nvSpPr>
          <p:spPr>
            <a:xfrm>
              <a:off x="0" y="0"/>
              <a:ext cx="10134600" cy="180000"/>
            </a:xfrm>
            <a:prstGeom prst="rect">
              <a:avLst/>
            </a:prstGeom>
            <a:solidFill>
              <a:srgbClr val="1A2F7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>
                <a:latin typeface="Releway"/>
              </a:endParaRPr>
            </a:p>
          </p:txBody>
        </p:sp>
        <p:sp>
          <p:nvSpPr>
            <p:cNvPr id="34" name="Redondear rectángulo de una esquina 33">
              <a:extLst>
                <a:ext uri="{FF2B5EF4-FFF2-40B4-BE49-F238E27FC236}">
                  <a16:creationId xmlns:a16="http://schemas.microsoft.com/office/drawing/2014/main" id="{036D13E3-8904-2550-0C50-7F3582164D0C}"/>
                </a:ext>
              </a:extLst>
            </p:cNvPr>
            <p:cNvSpPr/>
            <p:nvPr/>
          </p:nvSpPr>
          <p:spPr>
            <a:xfrm>
              <a:off x="0" y="6754200"/>
              <a:ext cx="3886200" cy="180000"/>
            </a:xfrm>
            <a:prstGeom prst="round1Rect">
              <a:avLst>
                <a:gd name="adj" fmla="val 50000"/>
              </a:avLst>
            </a:prstGeom>
            <a:solidFill>
              <a:srgbClr val="1C30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>
                <a:solidFill>
                  <a:srgbClr val="077D39"/>
                </a:solidFill>
                <a:latin typeface="Releway"/>
              </a:endParaRPr>
            </a:p>
          </p:txBody>
        </p:sp>
      </p:grpSp>
      <p:pic>
        <p:nvPicPr>
          <p:cNvPr id="13" name="Imagen 12" descr="Imagen que contiene firmar, parada, tráfico, reloj&#10;&#10;Descripción generada automáticamente">
            <a:extLst>
              <a:ext uri="{FF2B5EF4-FFF2-40B4-BE49-F238E27FC236}">
                <a16:creationId xmlns:a16="http://schemas.microsoft.com/office/drawing/2014/main" id="{D146A6BE-2959-806E-8EAB-63D3CFF0EC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6438" y="6153666"/>
            <a:ext cx="2912529" cy="63729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4744256-556A-A06B-9371-1F588F8F5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ea typeface="+mj-lt"/>
                <a:cs typeface="+mj-lt"/>
              </a:rPr>
              <a:t>Formularios</a:t>
            </a:r>
            <a:endParaRPr lang="es-MX" dirty="0"/>
          </a:p>
        </p:txBody>
      </p:sp>
      <p:graphicFrame>
        <p:nvGraphicFramePr>
          <p:cNvPr id="37" name="Marcador de contenido 5">
            <a:extLst>
              <a:ext uri="{FF2B5EF4-FFF2-40B4-BE49-F238E27FC236}">
                <a16:creationId xmlns:a16="http://schemas.microsoft.com/office/drawing/2014/main" id="{7ABBEA55-6728-2240-BFEE-03C5662D72ED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5" name="Marcador de contenido 4" descr="Form - Free seo and web icons">
            <a:extLst>
              <a:ext uri="{FF2B5EF4-FFF2-40B4-BE49-F238E27FC236}">
                <a16:creationId xmlns:a16="http://schemas.microsoft.com/office/drawing/2014/main" id="{7A43A555-F613-DBF8-281A-9945A9D7DC3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9"/>
          <a:stretch>
            <a:fillRect/>
          </a:stretch>
        </p:blipFill>
        <p:spPr>
          <a:xfrm>
            <a:off x="7009080" y="1699858"/>
            <a:ext cx="4084887" cy="4343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200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D0ED2-79D9-545D-87A0-71A3A2D3D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o 28">
            <a:extLst>
              <a:ext uri="{FF2B5EF4-FFF2-40B4-BE49-F238E27FC236}">
                <a16:creationId xmlns:a16="http://schemas.microsoft.com/office/drawing/2014/main" id="{549D9F36-9BCD-A615-EF24-CE7177965AA1}"/>
              </a:ext>
            </a:extLst>
          </p:cNvPr>
          <p:cNvGrpSpPr/>
          <p:nvPr/>
        </p:nvGrpSpPr>
        <p:grpSpPr>
          <a:xfrm>
            <a:off x="6896" y="-29222"/>
            <a:ext cx="12215222" cy="6934200"/>
            <a:chOff x="0" y="0"/>
            <a:chExt cx="12215222" cy="6934200"/>
          </a:xfrm>
        </p:grpSpPr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BCECD3CA-4961-334C-B318-528D4E054433}"/>
                </a:ext>
              </a:extLst>
            </p:cNvPr>
            <p:cNvSpPr/>
            <p:nvPr/>
          </p:nvSpPr>
          <p:spPr>
            <a:xfrm>
              <a:off x="23222" y="0"/>
              <a:ext cx="12192000" cy="6934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>
                <a:latin typeface="Releway"/>
              </a:endParaRPr>
            </a:p>
          </p:txBody>
        </p:sp>
        <p:sp>
          <p:nvSpPr>
            <p:cNvPr id="31" name="Paralelogramo 30">
              <a:extLst>
                <a:ext uri="{FF2B5EF4-FFF2-40B4-BE49-F238E27FC236}">
                  <a16:creationId xmlns:a16="http://schemas.microsoft.com/office/drawing/2014/main" id="{B3947B19-D173-46E1-8869-6A92EBCF8245}"/>
                </a:ext>
              </a:extLst>
            </p:cNvPr>
            <p:cNvSpPr/>
            <p:nvPr/>
          </p:nvSpPr>
          <p:spPr>
            <a:xfrm rot="10800000" flipH="1">
              <a:off x="990600" y="4011"/>
              <a:ext cx="8526966" cy="4073788"/>
            </a:xfrm>
            <a:prstGeom prst="parallelogram">
              <a:avLst>
                <a:gd name="adj" fmla="val 65271"/>
              </a:avLst>
            </a:prstGeom>
            <a:solidFill>
              <a:srgbClr val="F2F2F2">
                <a:alpha val="2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>
                <a:latin typeface="Releway"/>
              </a:endParaRPr>
            </a:p>
          </p:txBody>
        </p:sp>
        <p:sp>
          <p:nvSpPr>
            <p:cNvPr id="33" name="Rectángulo 32">
              <a:extLst>
                <a:ext uri="{FF2B5EF4-FFF2-40B4-BE49-F238E27FC236}">
                  <a16:creationId xmlns:a16="http://schemas.microsoft.com/office/drawing/2014/main" id="{4E4C931D-43CB-F143-A275-6ED0AAB0417E}"/>
                </a:ext>
              </a:extLst>
            </p:cNvPr>
            <p:cNvSpPr/>
            <p:nvPr/>
          </p:nvSpPr>
          <p:spPr>
            <a:xfrm>
              <a:off x="0" y="0"/>
              <a:ext cx="10134600" cy="180000"/>
            </a:xfrm>
            <a:prstGeom prst="rect">
              <a:avLst/>
            </a:prstGeom>
            <a:solidFill>
              <a:srgbClr val="1A2F7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>
                <a:latin typeface="Releway"/>
              </a:endParaRPr>
            </a:p>
          </p:txBody>
        </p:sp>
        <p:sp>
          <p:nvSpPr>
            <p:cNvPr id="34" name="Redondear rectángulo de una esquina 33">
              <a:extLst>
                <a:ext uri="{FF2B5EF4-FFF2-40B4-BE49-F238E27FC236}">
                  <a16:creationId xmlns:a16="http://schemas.microsoft.com/office/drawing/2014/main" id="{B71E49F6-FE5C-1A74-EC62-2523FB668B7B}"/>
                </a:ext>
              </a:extLst>
            </p:cNvPr>
            <p:cNvSpPr/>
            <p:nvPr/>
          </p:nvSpPr>
          <p:spPr>
            <a:xfrm>
              <a:off x="0" y="6754200"/>
              <a:ext cx="3886200" cy="180000"/>
            </a:xfrm>
            <a:prstGeom prst="round1Rect">
              <a:avLst>
                <a:gd name="adj" fmla="val 50000"/>
              </a:avLst>
            </a:prstGeom>
            <a:solidFill>
              <a:srgbClr val="1C30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>
                <a:solidFill>
                  <a:srgbClr val="077D39"/>
                </a:solidFill>
                <a:latin typeface="Releway"/>
              </a:endParaRPr>
            </a:p>
          </p:txBody>
        </p:sp>
      </p:grpSp>
      <p:pic>
        <p:nvPicPr>
          <p:cNvPr id="13" name="Imagen 12" descr="Imagen que contiene firmar, parada, tráfico, reloj&#10;&#10;Descripción generada automáticamente">
            <a:extLst>
              <a:ext uri="{FF2B5EF4-FFF2-40B4-BE49-F238E27FC236}">
                <a16:creationId xmlns:a16="http://schemas.microsoft.com/office/drawing/2014/main" id="{EA9C016C-0338-3DDB-FC6E-4385B9A602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6438" y="6153666"/>
            <a:ext cx="2912529" cy="63729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A7B86F2-3573-5FFE-AC8B-44CFC576E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ea typeface="+mj-lt"/>
                <a:cs typeface="+mj-lt"/>
              </a:rPr>
              <a:t>Formularios</a:t>
            </a:r>
            <a:endParaRPr lang="es-MX" dirty="0"/>
          </a:p>
        </p:txBody>
      </p:sp>
      <p:graphicFrame>
        <p:nvGraphicFramePr>
          <p:cNvPr id="36" name="Marcador de contenido 5">
            <a:extLst>
              <a:ext uri="{FF2B5EF4-FFF2-40B4-BE49-F238E27FC236}">
                <a16:creationId xmlns:a16="http://schemas.microsoft.com/office/drawing/2014/main" id="{8D987C23-70C2-9E9B-3EE6-5D8288DF29E9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9" name="Marcador de contenido 18" descr="Submit Icons PNG, Vector, PSD, and Clipart With Transparent Background for  Free Download | Pngtree.&#10;https://pngtree.com/freepng/click-the-submit-icon-button-vector_9059898.html">
            <a:extLst>
              <a:ext uri="{FF2B5EF4-FFF2-40B4-BE49-F238E27FC236}">
                <a16:creationId xmlns:a16="http://schemas.microsoft.com/office/drawing/2014/main" id="{1F0EAC4F-07E4-C56D-665A-0D10E519034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9"/>
          <a:stretch>
            <a:fillRect/>
          </a:stretch>
        </p:blipFill>
        <p:spPr>
          <a:xfrm>
            <a:off x="7048500" y="2286794"/>
            <a:ext cx="3429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802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48E39-96DB-466D-89DF-3414BB265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o 28">
            <a:extLst>
              <a:ext uri="{FF2B5EF4-FFF2-40B4-BE49-F238E27FC236}">
                <a16:creationId xmlns:a16="http://schemas.microsoft.com/office/drawing/2014/main" id="{AAADFAA7-9904-4AE5-B47A-A368CC8D6F66}"/>
              </a:ext>
            </a:extLst>
          </p:cNvPr>
          <p:cNvGrpSpPr/>
          <p:nvPr/>
        </p:nvGrpSpPr>
        <p:grpSpPr>
          <a:xfrm>
            <a:off x="6896" y="-29222"/>
            <a:ext cx="12215222" cy="6934200"/>
            <a:chOff x="0" y="0"/>
            <a:chExt cx="12215222" cy="6934200"/>
          </a:xfrm>
        </p:grpSpPr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A1E51026-C435-A461-B1B9-9FC29CF673F5}"/>
                </a:ext>
              </a:extLst>
            </p:cNvPr>
            <p:cNvSpPr/>
            <p:nvPr/>
          </p:nvSpPr>
          <p:spPr>
            <a:xfrm>
              <a:off x="23222" y="0"/>
              <a:ext cx="12192000" cy="6934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>
                <a:latin typeface="Releway"/>
              </a:endParaRPr>
            </a:p>
          </p:txBody>
        </p:sp>
        <p:sp>
          <p:nvSpPr>
            <p:cNvPr id="31" name="Paralelogramo 30">
              <a:extLst>
                <a:ext uri="{FF2B5EF4-FFF2-40B4-BE49-F238E27FC236}">
                  <a16:creationId xmlns:a16="http://schemas.microsoft.com/office/drawing/2014/main" id="{34A0BEAA-A8D5-D8EB-89DF-361E8E7B42F3}"/>
                </a:ext>
              </a:extLst>
            </p:cNvPr>
            <p:cNvSpPr/>
            <p:nvPr/>
          </p:nvSpPr>
          <p:spPr>
            <a:xfrm rot="10800000" flipH="1">
              <a:off x="990600" y="4011"/>
              <a:ext cx="8526966" cy="4073788"/>
            </a:xfrm>
            <a:prstGeom prst="parallelogram">
              <a:avLst>
                <a:gd name="adj" fmla="val 65271"/>
              </a:avLst>
            </a:prstGeom>
            <a:solidFill>
              <a:srgbClr val="F2F2F2">
                <a:alpha val="2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>
                <a:latin typeface="Releway"/>
              </a:endParaRPr>
            </a:p>
          </p:txBody>
        </p:sp>
        <p:sp>
          <p:nvSpPr>
            <p:cNvPr id="33" name="Rectángulo 32">
              <a:extLst>
                <a:ext uri="{FF2B5EF4-FFF2-40B4-BE49-F238E27FC236}">
                  <a16:creationId xmlns:a16="http://schemas.microsoft.com/office/drawing/2014/main" id="{77761602-F6DC-E099-F086-1AB5BF29DCD6}"/>
                </a:ext>
              </a:extLst>
            </p:cNvPr>
            <p:cNvSpPr/>
            <p:nvPr/>
          </p:nvSpPr>
          <p:spPr>
            <a:xfrm>
              <a:off x="0" y="0"/>
              <a:ext cx="10134600" cy="180000"/>
            </a:xfrm>
            <a:prstGeom prst="rect">
              <a:avLst/>
            </a:prstGeom>
            <a:solidFill>
              <a:srgbClr val="1A2F7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>
                <a:latin typeface="Releway"/>
              </a:endParaRPr>
            </a:p>
          </p:txBody>
        </p:sp>
        <p:sp>
          <p:nvSpPr>
            <p:cNvPr id="34" name="Redondear rectángulo de una esquina 33">
              <a:extLst>
                <a:ext uri="{FF2B5EF4-FFF2-40B4-BE49-F238E27FC236}">
                  <a16:creationId xmlns:a16="http://schemas.microsoft.com/office/drawing/2014/main" id="{F5D657C0-48E7-8A91-7C8D-071725AD0A83}"/>
                </a:ext>
              </a:extLst>
            </p:cNvPr>
            <p:cNvSpPr/>
            <p:nvPr/>
          </p:nvSpPr>
          <p:spPr>
            <a:xfrm>
              <a:off x="0" y="6754200"/>
              <a:ext cx="3886200" cy="180000"/>
            </a:xfrm>
            <a:prstGeom prst="round1Rect">
              <a:avLst>
                <a:gd name="adj" fmla="val 50000"/>
              </a:avLst>
            </a:prstGeom>
            <a:solidFill>
              <a:srgbClr val="1C30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>
                <a:solidFill>
                  <a:srgbClr val="077D39"/>
                </a:solidFill>
                <a:latin typeface="Releway"/>
              </a:endParaRPr>
            </a:p>
          </p:txBody>
        </p:sp>
      </p:grpSp>
      <p:pic>
        <p:nvPicPr>
          <p:cNvPr id="13" name="Imagen 12" descr="Imagen que contiene firmar, parada, tráfico, reloj&#10;&#10;Descripción generada automáticamente">
            <a:extLst>
              <a:ext uri="{FF2B5EF4-FFF2-40B4-BE49-F238E27FC236}">
                <a16:creationId xmlns:a16="http://schemas.microsoft.com/office/drawing/2014/main" id="{B3101093-5102-BCED-E0B4-D01C1E8F46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6438" y="6153666"/>
            <a:ext cx="2912529" cy="63729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C7F5214-4B1E-DBFA-8F48-FBB0D0E99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ea typeface="+mj-lt"/>
                <a:cs typeface="+mj-lt"/>
              </a:rPr>
              <a:t>Accesibilidad</a:t>
            </a:r>
            <a:endParaRPr lang="es-MX" dirty="0"/>
          </a:p>
        </p:txBody>
      </p:sp>
      <p:graphicFrame>
        <p:nvGraphicFramePr>
          <p:cNvPr id="36" name="Marcador de contenido 5">
            <a:extLst>
              <a:ext uri="{FF2B5EF4-FFF2-40B4-BE49-F238E27FC236}">
                <a16:creationId xmlns:a16="http://schemas.microsoft.com/office/drawing/2014/main" id="{9D28E84E-FCDA-06AE-AE09-618B59B49BC4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5" name="Marcador de contenido 4" descr="https://www.createwithswift.com/preparing-your-app-for-voiceover-use-accessibility-label/">
            <a:extLst>
              <a:ext uri="{FF2B5EF4-FFF2-40B4-BE49-F238E27FC236}">
                <a16:creationId xmlns:a16="http://schemas.microsoft.com/office/drawing/2014/main" id="{7262D4D9-C882-1504-530F-7CC82E41894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9"/>
          <a:stretch>
            <a:fillRect/>
          </a:stretch>
        </p:blipFill>
        <p:spPr>
          <a:xfrm>
            <a:off x="7545987" y="1961528"/>
            <a:ext cx="3341246" cy="4076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97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1F0EC-B9DA-BD6C-789F-F4339EB31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o 28">
            <a:extLst>
              <a:ext uri="{FF2B5EF4-FFF2-40B4-BE49-F238E27FC236}">
                <a16:creationId xmlns:a16="http://schemas.microsoft.com/office/drawing/2014/main" id="{629EA42B-C232-D885-8C19-D6EC6DABD143}"/>
              </a:ext>
            </a:extLst>
          </p:cNvPr>
          <p:cNvGrpSpPr/>
          <p:nvPr/>
        </p:nvGrpSpPr>
        <p:grpSpPr>
          <a:xfrm>
            <a:off x="6896" y="-29222"/>
            <a:ext cx="12215222" cy="6934200"/>
            <a:chOff x="0" y="0"/>
            <a:chExt cx="12215222" cy="6934200"/>
          </a:xfrm>
        </p:grpSpPr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BC59332A-3516-1DA1-26C4-2C9024C0D2F1}"/>
                </a:ext>
              </a:extLst>
            </p:cNvPr>
            <p:cNvSpPr/>
            <p:nvPr/>
          </p:nvSpPr>
          <p:spPr>
            <a:xfrm>
              <a:off x="23222" y="0"/>
              <a:ext cx="12192000" cy="6934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>
                <a:latin typeface="Releway"/>
              </a:endParaRPr>
            </a:p>
          </p:txBody>
        </p:sp>
        <p:sp>
          <p:nvSpPr>
            <p:cNvPr id="31" name="Paralelogramo 30">
              <a:extLst>
                <a:ext uri="{FF2B5EF4-FFF2-40B4-BE49-F238E27FC236}">
                  <a16:creationId xmlns:a16="http://schemas.microsoft.com/office/drawing/2014/main" id="{CAB07A44-1759-6465-F0BA-10C4CCD51DB6}"/>
                </a:ext>
              </a:extLst>
            </p:cNvPr>
            <p:cNvSpPr/>
            <p:nvPr/>
          </p:nvSpPr>
          <p:spPr>
            <a:xfrm rot="10800000" flipH="1">
              <a:off x="990600" y="4011"/>
              <a:ext cx="8526966" cy="4073788"/>
            </a:xfrm>
            <a:prstGeom prst="parallelogram">
              <a:avLst>
                <a:gd name="adj" fmla="val 65271"/>
              </a:avLst>
            </a:prstGeom>
            <a:solidFill>
              <a:srgbClr val="F2F2F2">
                <a:alpha val="2509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 dirty="0">
                <a:latin typeface="Releway"/>
              </a:endParaRPr>
            </a:p>
          </p:txBody>
        </p:sp>
        <p:sp>
          <p:nvSpPr>
            <p:cNvPr id="33" name="Rectángulo 32">
              <a:extLst>
                <a:ext uri="{FF2B5EF4-FFF2-40B4-BE49-F238E27FC236}">
                  <a16:creationId xmlns:a16="http://schemas.microsoft.com/office/drawing/2014/main" id="{10B89B4C-8DDD-ADBC-EA30-4AC04A158F25}"/>
                </a:ext>
              </a:extLst>
            </p:cNvPr>
            <p:cNvSpPr/>
            <p:nvPr/>
          </p:nvSpPr>
          <p:spPr>
            <a:xfrm>
              <a:off x="0" y="0"/>
              <a:ext cx="10134600" cy="180000"/>
            </a:xfrm>
            <a:prstGeom prst="rect">
              <a:avLst/>
            </a:prstGeom>
            <a:solidFill>
              <a:srgbClr val="1A2F7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>
                <a:latin typeface="Releway"/>
              </a:endParaRPr>
            </a:p>
          </p:txBody>
        </p:sp>
        <p:sp>
          <p:nvSpPr>
            <p:cNvPr id="34" name="Redondear rectángulo de una esquina 33">
              <a:extLst>
                <a:ext uri="{FF2B5EF4-FFF2-40B4-BE49-F238E27FC236}">
                  <a16:creationId xmlns:a16="http://schemas.microsoft.com/office/drawing/2014/main" id="{30D667AB-265F-6ADB-812C-D550ADB4266B}"/>
                </a:ext>
              </a:extLst>
            </p:cNvPr>
            <p:cNvSpPr/>
            <p:nvPr/>
          </p:nvSpPr>
          <p:spPr>
            <a:xfrm>
              <a:off x="0" y="6754200"/>
              <a:ext cx="3886200" cy="180000"/>
            </a:xfrm>
            <a:prstGeom prst="round1Rect">
              <a:avLst>
                <a:gd name="adj" fmla="val 50000"/>
              </a:avLst>
            </a:prstGeom>
            <a:solidFill>
              <a:srgbClr val="1C30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noProof="0">
                <a:solidFill>
                  <a:srgbClr val="077D39"/>
                </a:solidFill>
                <a:latin typeface="Releway"/>
              </a:endParaRPr>
            </a:p>
          </p:txBody>
        </p:sp>
      </p:grpSp>
      <p:pic>
        <p:nvPicPr>
          <p:cNvPr id="13" name="Imagen 12" descr="Imagen que contiene firmar, parada, tráfico, reloj&#10;&#10;Descripción generada automáticamente">
            <a:extLst>
              <a:ext uri="{FF2B5EF4-FFF2-40B4-BE49-F238E27FC236}">
                <a16:creationId xmlns:a16="http://schemas.microsoft.com/office/drawing/2014/main" id="{D20863F9-50DE-649B-5454-2EB6A73123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6438" y="6153666"/>
            <a:ext cx="2912529" cy="63729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C778182-EE64-EBF4-CDA9-733B77EC5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ea typeface="+mj-lt"/>
                <a:cs typeface="+mj-lt"/>
              </a:rPr>
              <a:t>Eventos y validaciones</a:t>
            </a:r>
            <a:endParaRPr lang="es-MX" dirty="0"/>
          </a:p>
        </p:txBody>
      </p:sp>
      <p:graphicFrame>
        <p:nvGraphicFramePr>
          <p:cNvPr id="36" name="Marcador de contenido 5">
            <a:extLst>
              <a:ext uri="{FF2B5EF4-FFF2-40B4-BE49-F238E27FC236}">
                <a16:creationId xmlns:a16="http://schemas.microsoft.com/office/drawing/2014/main" id="{3B80E696-B530-9685-FF20-F87A8C0FD3D9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11" name="Marcador de contenido 110" descr="Validation - Free files and folders icons&#10;https://www.flaticon.com/free-icon/validation_5530120">
            <a:extLst>
              <a:ext uri="{FF2B5EF4-FFF2-40B4-BE49-F238E27FC236}">
                <a16:creationId xmlns:a16="http://schemas.microsoft.com/office/drawing/2014/main" id="{03AC8806-3562-D427-5977-58E35B746CB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9"/>
          <a:stretch>
            <a:fillRect/>
          </a:stretch>
        </p:blipFill>
        <p:spPr>
          <a:xfrm>
            <a:off x="7003609" y="1811856"/>
            <a:ext cx="4129397" cy="412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072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511EBD06DF004EAA6224E0E2C3884F" ma:contentTypeVersion="15" ma:contentTypeDescription="Create a new document." ma:contentTypeScope="" ma:versionID="d2f87bf8b34400c71b1e73fd3fb9091d">
  <xsd:schema xmlns:xsd="http://www.w3.org/2001/XMLSchema" xmlns:xs="http://www.w3.org/2001/XMLSchema" xmlns:p="http://schemas.microsoft.com/office/2006/metadata/properties" xmlns:ns2="10ea561e-fcfe-4a3f-8f77-cff1e54616b2" xmlns:ns3="a1546c3f-d1f0-4e0f-8ee4-32caa1bbbd93" targetNamespace="http://schemas.microsoft.com/office/2006/metadata/properties" ma:root="true" ma:fieldsID="dfd273e5c59e90f76e5c3593d1ceff66" ns2:_="" ns3:_="">
    <xsd:import namespace="10ea561e-fcfe-4a3f-8f77-cff1e54616b2"/>
    <xsd:import namespace="a1546c3f-d1f0-4e0f-8ee4-32caa1bbbd9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ea561e-fcfe-4a3f-8f77-cff1e54616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2bcbd20c-6ac3-4871-9087-424218f8027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546c3f-d1f0-4e0f-8ee4-32caa1bbbd93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4b69beba-0ad9-4d3c-a882-0a9307bbdcdf}" ma:internalName="TaxCatchAll" ma:showField="CatchAllData" ma:web="a1546c3f-d1f0-4e0f-8ee4-32caa1bbbd9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1546c3f-d1f0-4e0f-8ee4-32caa1bbbd93" xsi:nil="true"/>
    <lcf76f155ced4ddcb4097134ff3c332f xmlns="10ea561e-fcfe-4a3f-8f77-cff1e54616b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52891A2-DD98-4B6F-AB8B-B29DFAB3A107}"/>
</file>

<file path=customXml/itemProps2.xml><?xml version="1.0" encoding="utf-8"?>
<ds:datastoreItem xmlns:ds="http://schemas.openxmlformats.org/officeDocument/2006/customXml" ds:itemID="{1DC8492A-AFAC-4288-A740-4F1DFA720EF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CFFFD9B-6838-4018-9605-A72B7AE9BA7F}">
  <ds:schemaRefs>
    <ds:schemaRef ds:uri="http://purl.org/dc/elements/1.1/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52d1d79f-1480-4963-b04e-d36c80271478"/>
    <ds:schemaRef ds:uri="http://www.w3.org/XML/1998/namespace"/>
    <ds:schemaRef ds:uri="http://purl.org/dc/terms/"/>
    <ds:schemaRef ds:uri="a1546c3f-d1f0-4e0f-8ee4-32caa1bbbd93"/>
    <ds:schemaRef ds:uri="10ea561e-fcfe-4a3f-8f77-cff1e54616b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18448</TotalTime>
  <Words>537</Words>
  <Application>Microsoft Office PowerPoint</Application>
  <PresentationFormat>Panorámica</PresentationFormat>
  <Paragraphs>40</Paragraphs>
  <Slides>9</Slides>
  <Notes>8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0" baseType="lpstr">
      <vt:lpstr>Tema de Office</vt:lpstr>
      <vt:lpstr>Presentación de PowerPoint</vt:lpstr>
      <vt:lpstr>Presentación de PowerPoint</vt:lpstr>
      <vt:lpstr>Presentación de PowerPoint</vt:lpstr>
      <vt:lpstr>Contenedores de Vista</vt:lpstr>
      <vt:lpstr>Componentes de Contenido</vt:lpstr>
      <vt:lpstr>Formularios</vt:lpstr>
      <vt:lpstr>Formularios</vt:lpstr>
      <vt:lpstr>Accesibilidad</vt:lpstr>
      <vt:lpstr>Eventos y validaciones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Barbara Jazmín Mancillas Flores</dc:creator>
  <cp:lastModifiedBy>Jose Ignacio Gutierrez Mayorquin</cp:lastModifiedBy>
  <cp:revision>490</cp:revision>
  <dcterms:created xsi:type="dcterms:W3CDTF">2022-07-01T23:07:19Z</dcterms:created>
  <dcterms:modified xsi:type="dcterms:W3CDTF">2025-11-19T19:21:06Z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0x01010001511EBD06DF004EAA6224E0E2C3884F</vt:lpwstr>
  </property>
  <property fmtid="{D5CDD505-2E9C-101B-9397-08002B2CF9AE}" pid="3" name="MediaServiceImageTags">
    <vt:lpwstr/>
  </property>
</Properties>
</file>