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4653" r:id="rId5"/>
    <p:sldId id="4747" r:id="rId6"/>
    <p:sldId id="4749" r:id="rId7"/>
    <p:sldId id="4752" r:id="rId8"/>
    <p:sldId id="4751" r:id="rId9"/>
    <p:sldId id="4754" r:id="rId10"/>
    <p:sldId id="4755" r:id="rId11"/>
    <p:sldId id="4753" r:id="rId12"/>
    <p:sldId id="4756" r:id="rId13"/>
    <p:sldId id="4757" r:id="rId14"/>
    <p:sldId id="4758" r:id="rId15"/>
    <p:sldId id="4759" r:id="rId16"/>
    <p:sldId id="4760" r:id="rId17"/>
    <p:sldId id="4651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bara Jazmín Mancillas Flores" initials="BJMF" lastIdx="1" clrIdx="0">
    <p:extLst>
      <p:ext uri="{19B8F6BF-5375-455C-9EA6-DF929625EA0E}">
        <p15:presenceInfo xmlns:p15="http://schemas.microsoft.com/office/powerpoint/2012/main" userId="S::barbara.mancillas@toka.mx::63428cd7-5ab1-4f64-ab6f-4d72233ee4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E5A1"/>
    <a:srgbClr val="70AD47"/>
    <a:srgbClr val="FEFEFE"/>
    <a:srgbClr val="FAFAFA"/>
    <a:srgbClr val="FF9300"/>
    <a:srgbClr val="00BAFF"/>
    <a:srgbClr val="257F3B"/>
    <a:srgbClr val="21448A"/>
    <a:srgbClr val="5AC4E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66F42-05EC-ED16-5BDC-3F82A192A031}" v="16" dt="2025-08-26T21:04:14.141"/>
    <p1510:client id="{5CAC5784-00FD-6D06-AD22-04D8E07F4257}" v="20" dt="2025-08-26T05:29:10.311"/>
    <p1510:client id="{7142C41A-7133-0713-B21F-60FB76E172BB}" v="1005" dt="2025-08-26T02:54:17.873"/>
    <p1510:client id="{764F5851-6147-EB5F-A430-CDC85E097452}" v="4627" dt="2025-08-27T22:43:39.392"/>
    <p1510:client id="{7CC29E6A-1325-3747-3D34-24C9F193B555}" v="887" dt="2025-08-26T20:43:58.961"/>
    <p1510:client id="{85508767-199C-6118-2007-CA727A9B77CD}" v="1399" dt="2025-08-26T05:04:34.785"/>
    <p1510:client id="{94FD565D-270D-AB77-27F5-D2FFE4369E9D}" v="2723" dt="2025-08-27T23:26:03.076"/>
    <p1510:client id="{D642F1EF-1C58-B260-3A22-0481059BA1E5}" v="1320" dt="2025-08-26T22:53:41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Ismael Navarrete Ruiz" userId="S::fernando.navarrete@toka.mx::78aa09e6-f51e-42c9-b7e5-f1bec690d691" providerId="AD" clId="Web-{94FD565D-270D-AB77-27F5-D2FFE4369E9D}"/>
    <pc:docChg chg="addSld modSld sldOrd">
      <pc:chgData name="Fernando Ismael Navarrete Ruiz" userId="S::fernando.navarrete@toka.mx::78aa09e6-f51e-42c9-b7e5-f1bec690d691" providerId="AD" clId="Web-{94FD565D-270D-AB77-27F5-D2FFE4369E9D}" dt="2025-08-27T23:22:24.225" v="2448"/>
      <pc:docMkLst>
        <pc:docMk/>
      </pc:docMkLst>
      <pc:sldChg chg="modSp">
        <pc:chgData name="Fernando Ismael Navarrete Ruiz" userId="S::fernando.navarrete@toka.mx::78aa09e6-f51e-42c9-b7e5-f1bec690d691" providerId="AD" clId="Web-{94FD565D-270D-AB77-27F5-D2FFE4369E9D}" dt="2025-08-27T23:22:24.225" v="2448"/>
        <pc:sldMkLst>
          <pc:docMk/>
          <pc:sldMk cId="4139145676" sldId="4758"/>
        </pc:sldMkLst>
        <pc:graphicFrameChg chg="mod modGraphic">
          <ac:chgData name="Fernando Ismael Navarrete Ruiz" userId="S::fernando.navarrete@toka.mx::78aa09e6-f51e-42c9-b7e5-f1bec690d691" providerId="AD" clId="Web-{94FD565D-270D-AB77-27F5-D2FFE4369E9D}" dt="2025-08-27T23:22:24.225" v="2448"/>
          <ac:graphicFrameMkLst>
            <pc:docMk/>
            <pc:sldMk cId="4139145676" sldId="4758"/>
            <ac:graphicFrameMk id="2" creationId="{1D586BFE-1455-9DB0-BD1F-ECD6B1844621}"/>
          </ac:graphicFrameMkLst>
        </pc:graphicFrameChg>
      </pc:sldChg>
      <pc:sldChg chg="addSp delSp modSp add ord replId">
        <pc:chgData name="Fernando Ismael Navarrete Ruiz" userId="S::fernando.navarrete@toka.mx::78aa09e6-f51e-42c9-b7e5-f1bec690d691" providerId="AD" clId="Web-{94FD565D-270D-AB77-27F5-D2FFE4369E9D}" dt="2025-08-27T23:05:42.261" v="1465"/>
        <pc:sldMkLst>
          <pc:docMk/>
          <pc:sldMk cId="3881764790" sldId="4759"/>
        </pc:sldMkLst>
        <pc:spChg chg="mod">
          <ac:chgData name="Fernando Ismael Navarrete Ruiz" userId="S::fernando.navarrete@toka.mx::78aa09e6-f51e-42c9-b7e5-f1bec690d691" providerId="AD" clId="Web-{94FD565D-270D-AB77-27F5-D2FFE4369E9D}" dt="2025-08-27T22:55:41.275" v="165" actId="20577"/>
          <ac:spMkLst>
            <pc:docMk/>
            <pc:sldMk cId="3881764790" sldId="4759"/>
            <ac:spMk id="3" creationId="{25CD705F-956F-FC79-4F81-07FD717E5709}"/>
          </ac:spMkLst>
        </pc:spChg>
        <pc:spChg chg="del mod">
          <ac:chgData name="Fernando Ismael Navarrete Ruiz" userId="S::fernando.navarrete@toka.mx::78aa09e6-f51e-42c9-b7e5-f1bec690d691" providerId="AD" clId="Web-{94FD565D-270D-AB77-27F5-D2FFE4369E9D}" dt="2025-08-27T22:55:38.681" v="164"/>
          <ac:spMkLst>
            <pc:docMk/>
            <pc:sldMk cId="3881764790" sldId="4759"/>
            <ac:spMk id="4" creationId="{419DDCD6-A2B7-7015-1A47-4E562D4580F0}"/>
          </ac:spMkLst>
        </pc:spChg>
        <pc:spChg chg="del">
          <ac:chgData name="Fernando Ismael Navarrete Ruiz" userId="S::fernando.navarrete@toka.mx::78aa09e6-f51e-42c9-b7e5-f1bec690d691" providerId="AD" clId="Web-{94FD565D-270D-AB77-27F5-D2FFE4369E9D}" dt="2025-08-27T22:54:57.274" v="101"/>
          <ac:spMkLst>
            <pc:docMk/>
            <pc:sldMk cId="3881764790" sldId="4759"/>
            <ac:spMk id="5" creationId="{59016C3E-2251-6A20-711D-28D3A923B7F1}"/>
          </ac:spMkLst>
        </pc:spChg>
        <pc:spChg chg="del">
          <ac:chgData name="Fernando Ismael Navarrete Ruiz" userId="S::fernando.navarrete@toka.mx::78aa09e6-f51e-42c9-b7e5-f1bec690d691" providerId="AD" clId="Web-{94FD565D-270D-AB77-27F5-D2FFE4369E9D}" dt="2025-08-27T22:54:55.508" v="100"/>
          <ac:spMkLst>
            <pc:docMk/>
            <pc:sldMk cId="3881764790" sldId="4759"/>
            <ac:spMk id="7" creationId="{190A86AA-8BA9-7CC6-2A2F-DE1BE42D9805}"/>
          </ac:spMkLst>
        </pc:spChg>
        <pc:spChg chg="mod">
          <ac:chgData name="Fernando Ismael Navarrete Ruiz" userId="S::fernando.navarrete@toka.mx::78aa09e6-f51e-42c9-b7e5-f1bec690d691" providerId="AD" clId="Web-{94FD565D-270D-AB77-27F5-D2FFE4369E9D}" dt="2025-08-27T22:55:04.477" v="105" actId="20577"/>
          <ac:spMkLst>
            <pc:docMk/>
            <pc:sldMk cId="3881764790" sldId="4759"/>
            <ac:spMk id="8" creationId="{17D9304A-04D6-F9A9-B8EE-6D4E57061974}"/>
          </ac:spMkLst>
        </pc:spChg>
        <pc:graphicFrameChg chg="add mod modGraphic">
          <ac:chgData name="Fernando Ismael Navarrete Ruiz" userId="S::fernando.navarrete@toka.mx::78aa09e6-f51e-42c9-b7e5-f1bec690d691" providerId="AD" clId="Web-{94FD565D-270D-AB77-27F5-D2FFE4369E9D}" dt="2025-08-27T23:05:42.261" v="1465"/>
          <ac:graphicFrameMkLst>
            <pc:docMk/>
            <pc:sldMk cId="3881764790" sldId="4759"/>
            <ac:graphicFrameMk id="2" creationId="{67E75387-E0E6-69BB-F3C3-B1C6D7B6EC19}"/>
          </ac:graphicFrameMkLst>
        </pc:graphicFrameChg>
      </pc:sldChg>
      <pc:sldChg chg="delSp modSp add replId">
        <pc:chgData name="Fernando Ismael Navarrete Ruiz" userId="S::fernando.navarrete@toka.mx::78aa09e6-f51e-42c9-b7e5-f1bec690d691" providerId="AD" clId="Web-{94FD565D-270D-AB77-27F5-D2FFE4369E9D}" dt="2025-08-27T23:21:58.929" v="2442"/>
        <pc:sldMkLst>
          <pc:docMk/>
          <pc:sldMk cId="1460568830" sldId="4760"/>
        </pc:sldMkLst>
        <pc:spChg chg="del">
          <ac:chgData name="Fernando Ismael Navarrete Ruiz" userId="S::fernando.navarrete@toka.mx::78aa09e6-f51e-42c9-b7e5-f1bec690d691" providerId="AD" clId="Web-{94FD565D-270D-AB77-27F5-D2FFE4369E9D}" dt="2025-08-27T23:06:35.029" v="1467"/>
          <ac:spMkLst>
            <pc:docMk/>
            <pc:sldMk cId="1460568830" sldId="4760"/>
            <ac:spMk id="8" creationId="{8CC85D84-B559-D9FA-438C-76C887801FE9}"/>
          </ac:spMkLst>
        </pc:spChg>
        <pc:graphicFrameChg chg="mod modGraphic">
          <ac:chgData name="Fernando Ismael Navarrete Ruiz" userId="S::fernando.navarrete@toka.mx::78aa09e6-f51e-42c9-b7e5-f1bec690d691" providerId="AD" clId="Web-{94FD565D-270D-AB77-27F5-D2FFE4369E9D}" dt="2025-08-27T23:21:58.929" v="2442"/>
          <ac:graphicFrameMkLst>
            <pc:docMk/>
            <pc:sldMk cId="1460568830" sldId="4760"/>
            <ac:graphicFrameMk id="2" creationId="{58F8E1A2-AF13-A859-8C05-56BCBBA62D4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FD86C-529E-4BE3-97E3-CC9305FA3E8E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4A872-6C71-4D77-ACF2-E412B9EF09F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8658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B277-1B3D-BEDA-9E23-C1DF634DE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A7CF7D3-BE1C-5F5B-E3AB-92EF78D03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32F13F-D568-B2C2-F237-6FB1624EE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D7EB12-AA77-559B-BBBB-E8EBD7AF6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3881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E7353-61C2-56AF-8885-3DE65416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A08A46-584E-6C6A-6231-6BBB9A7ED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4F79AF-7DAE-A1CD-9F66-F313F9BB1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931B95-3C6C-4917-CF98-9AA4C0898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4940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62073-0089-0473-C9FD-6600F8675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A975BD-ECEB-D59E-C8DB-C67297FB4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03A221-0BE9-640D-A1FB-A4D5419FD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FC505F-3F9C-464B-D179-127FC936B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3090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818B7-25DB-131B-C8F0-7F7D41B3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6E06ED-E9AE-DC77-3DB2-68AF9802F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C81AD5-B7E6-8F84-3EFF-C34D069CC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7A66A2-2258-518C-680F-50C071FEF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104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87A5F-D0FD-CA38-9F24-9ECE0B9B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F65571-931C-6214-6945-8C6C13FD8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927E0F-653E-AA7F-1174-72DC5D98F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F2D61C-D217-7EED-6452-B6FEA41CF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3710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6AF02-133B-3151-C7D7-F449FCC23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F9CEC92-159A-311A-B4C1-C478C9A07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8AF475-8AA6-1E51-DD38-5562868FC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8BC21F-40FE-C5A7-103B-EB8A5ADE9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2602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5F8CE-9DCC-F058-8F26-44DFEB61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8C8BDE-6F06-F6CF-0B25-FB66E40B1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F71D48-78FD-8B76-E305-95626D4EC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46C8EB-36F6-B654-BF88-072D62DDD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037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48BF-CC88-8C29-366A-9884C514C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A70EAD-4073-8CEA-F8F6-13B11C4B5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E2BAA2-C4C7-AA0C-2AAB-293D0D1BE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37FF62-2D2C-73F4-20AE-4C381DE2D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2087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0112E-0CEC-93AF-748B-69CEDF960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59F629-2634-5AFD-8C7F-D9FB5286C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5763F1-A38E-34E9-0532-F05B66606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9F37E7-35F5-ECA5-4816-429574571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9073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60A38-0E44-98F5-09D0-C8127BB6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E4E8DB-2467-0D53-25B8-323A8617B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51335ED-9D72-798C-A4BB-044F7390C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A14E4A-A8EC-B71D-7A88-8239E1ED6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7201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BD50-C87C-E1CC-7146-44EB2C86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EE6E3A-69DB-10CC-7D73-3936A8A9C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FA1814-7C71-C3EE-4E1D-9CB8F4A6A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A205BA-0E47-5AB2-88AC-D484AB5A2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2403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5350-9182-1EBE-95BC-69CA7166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8F9085-D648-8A9C-4139-821993460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97F29F-A1C7-6B1F-E68E-25A035F82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83BB78-1251-9760-DCDE-DBF1CA6EB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6502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B639-299C-0DD0-CE3E-2B2F6898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B2003C-0415-2E86-2D68-BB42D2A21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057837-FC97-CF46-DB87-F6282B5FA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89A77A-0D72-FA36-8D29-FC8D3A98B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13E4F-A57D-5C4E-8148-460C945ED8A8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36302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88783-BC95-47F3-B359-9E496433B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ABDD24-4305-4EA4-81B2-14609F614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617F5E-853B-40A4-B431-975A9605B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D37FC-627F-44B9-955C-83F87FD9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7F6BEA-681A-4129-95C8-F8190C46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556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55E57-07F5-4FC4-91C8-F9E74D60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3FED3B-ADB3-4546-BE60-60683EE6D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AC9F6A-9503-4A81-ABFD-E44489998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C5E8D6-A2DD-48C1-8509-05CD9F77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C47BE8-9069-4A80-9EAB-8F8B25BF6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033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4DE8F-BD0D-4B03-B27B-8A435911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28FC42-CB64-4DF6-9917-1590B9B04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4814D7-08CD-4A44-AFB9-A21EBFB5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2A7384-DB7D-4607-B36F-2D1B1313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76670C-7424-4093-BBA3-8ECDCBC3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225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44DB3-BA05-4262-BDE1-8AE31594F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76927-2164-42B4-B939-2ADAC1E8B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208D8F-00AC-43C1-BC5D-9D60702A3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213791-A554-462A-A6D3-DB9DE190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554BE2-721B-4A49-8A13-35EFC78E8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CC9F2C-F608-4D92-AC9A-9282F6B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413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93DBE-9E39-49DE-B7A1-45E1816D4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695EF0-B409-4F69-9B42-5FC923439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FFA991-1996-42B8-A551-3BF6E91BE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84FFFE-1E6A-4D82-A217-01EDF6B70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E6B48AF-7721-497D-94ED-08217C4CC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82E5047-5714-4ACC-95FC-850432E9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BDDDFA-A1F4-4D1A-AFEF-23102232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C32FF9-0094-42F9-8C09-B154D06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899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81C84-4077-44C5-80FA-F80D40AF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C8B365-9B43-4AEF-8017-8FC4275C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EA0827-6228-4F8D-9DC1-C725DDB0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A4F364-2655-4944-B135-095ED397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943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C78521-4A48-45DB-B3F6-159711C0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55B1DD-DFA8-4618-B7BC-D878234E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DD1CA2-6ABB-4C8B-92D1-3EB301D13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9465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57A65-6599-42F0-9E57-51293B1C1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B67D44-FD24-4A93-81C8-154A7516B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ED3F8A-A8E5-4E91-9166-D7EB320F4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CDBD22-EF84-468E-A634-AFE1B98D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6882F0-86CF-41B0-A340-AE5F0DCA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416E2F-88AC-4461-8C05-CDB79277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879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B8E3A-7362-4559-9DBE-3EC35E2F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CA9D17C-F8EE-4BDE-9F91-31DC17AC1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52AEC7-A887-4ABA-BCBB-956C8EC9B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4BD181-F20D-4381-AE91-740C6C5A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8D3D82-361D-4666-B8F7-E71E8EB4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1E9EE1-73D0-499C-81F9-D49FE466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143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5CC79-B274-4E05-96F9-36B3D4544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DDC220-56EF-4AAB-959C-03437A0DA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A60419-434D-48E9-9224-E160E615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4FDCAC-0202-423F-81E8-E30D213B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9FD2D6-CEC3-4DC6-A27A-B5F5588A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9954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042BE3-02AB-43CC-B034-F73E50B7C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74C43-0BA6-4561-BBA1-AD9C0C62E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163775-0998-48CF-B189-66229F1C8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784E61-09B2-4DEA-BCC9-8C30B0D0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BE6141-412D-43ED-9304-416A2A5B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573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901ACD-461F-42E7-9A9A-D7C67179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5441A8-389C-4C9D-8FB8-8C019CBCD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76D8EE-5FF1-4D9A-9F0B-D652C2680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19EAC-D783-4711-AF6D-10FC894D6243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B4C4F-66D2-42EA-96B9-201CC1C61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AB051B-AA27-4EF4-9A79-9BA127382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21717-E774-4E50-A9C4-BD8DC818239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545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160" cy="6858000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0" y="0"/>
            <a:ext cx="12192000" cy="6858000"/>
          </a:xfrm>
          <a:prstGeom prst="rect">
            <a:avLst/>
          </a:prstGeom>
        </p:spPr>
      </p:pic>
      <p:pic>
        <p:nvPicPr>
          <p:cNvPr id="10" name="Imagen 9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D3CC9CFF-10C4-47A7-AD0B-ED32C044E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740" y="2273435"/>
            <a:ext cx="4114840" cy="17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5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87DD-CC69-C86A-77AE-50E5BA59A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6C637981-2ADC-8773-CB48-591BA6503BF9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CF415FA-554E-1496-5F9C-8ACBCBA20252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46C5417D-F06E-FAE2-D6EC-5DC8CD79E43B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24CF7F3F-C4E5-CC9E-E816-5F791F8A36CC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4" name="Imagen 3" descr="Logotipo, Icono&#10;&#10;Descripción generada automáticamente con confianza media">
            <a:extLst>
              <a:ext uri="{FF2B5EF4-FFF2-40B4-BE49-F238E27FC236}">
                <a16:creationId xmlns:a16="http://schemas.microsoft.com/office/drawing/2014/main" id="{E35920FA-3701-4D2D-A7A0-638B3CA9B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660" y="650652"/>
            <a:ext cx="3207695" cy="1349268"/>
          </a:xfrm>
          <a:prstGeom prst="rect">
            <a:avLst/>
          </a:prstGeom>
        </p:spPr>
      </p:pic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C60A4C9C-78EE-4556-B070-B1D281FA4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A0797D0-325C-DFE2-A5EC-2DACF67B9F95}"/>
              </a:ext>
            </a:extLst>
          </p:cNvPr>
          <p:cNvSpPr txBox="1"/>
          <p:nvPr/>
        </p:nvSpPr>
        <p:spPr>
          <a:xfrm>
            <a:off x="280657" y="1325119"/>
            <a:ext cx="521455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ea typeface="Calibri"/>
                <a:cs typeface="Calibri"/>
              </a:rPr>
              <a:t>Requests y Storage</a:t>
            </a:r>
          </a:p>
          <a:p>
            <a:endParaRPr lang="es-ES" sz="3200">
              <a:ea typeface="Calibri"/>
              <a:cs typeface="Calibri"/>
            </a:endParaRPr>
          </a:p>
        </p:txBody>
      </p:sp>
      <p:pic>
        <p:nvPicPr>
          <p:cNvPr id="3" name="Imagen 2" descr="AXML Language Features - Visual Studio Marketplace&#10;&#10;">
            <a:extLst>
              <a:ext uri="{FF2B5EF4-FFF2-40B4-BE49-F238E27FC236}">
                <a16:creationId xmlns:a16="http://schemas.microsoft.com/office/drawing/2014/main" id="{21C54040-6518-3952-7958-270CBF909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392" y="1910149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86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103C-00D0-2820-08B8-A74FD5F8A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F8482991-33E9-FD62-1C78-B3EE46161EDF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6078E649-14D1-FA3E-6D1E-3CAE0AE7626A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4671D1A8-CBA0-36D2-9AC7-7EFB4989CF8D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AA3AC433-E597-D896-821B-41464EAF2542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40527A34-08E8-6ADD-399B-4643ADDDB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15B515B-BEF9-F0A4-5D1D-B27AF9824FD6}"/>
              </a:ext>
            </a:extLst>
          </p:cNvPr>
          <p:cNvSpPr txBox="1"/>
          <p:nvPr/>
        </p:nvSpPr>
        <p:spPr>
          <a:xfrm>
            <a:off x="232300" y="412911"/>
            <a:ext cx="485414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err="1">
                <a:ea typeface="Calibri"/>
                <a:cs typeface="Calibri"/>
              </a:rPr>
              <a:t>Whitelist</a:t>
            </a:r>
            <a:r>
              <a:rPr lang="es-ES" sz="3200">
                <a:ea typeface="Calibri"/>
                <a:cs typeface="Calibri"/>
              </a:rPr>
              <a:t> para dominios</a:t>
            </a:r>
            <a:endParaRPr lang="es-ES">
              <a:ea typeface="Calibri"/>
              <a:cs typeface="Calibri"/>
            </a:endParaRPr>
          </a:p>
          <a:p>
            <a:endParaRPr lang="es-ES" sz="3200">
              <a:ea typeface="Calibri"/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25593E1-FC3D-9A62-AA63-FC1D52C1B67A}"/>
              </a:ext>
            </a:extLst>
          </p:cNvPr>
          <p:cNvSpPr txBox="1"/>
          <p:nvPr/>
        </p:nvSpPr>
        <p:spPr>
          <a:xfrm>
            <a:off x="214453" y="1190180"/>
            <a:ext cx="11741424" cy="13674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ea typeface="Calibri"/>
                <a:cs typeface="Calibri"/>
              </a:rPr>
              <a:t>Antes de realizar peticiones a algún </a:t>
            </a:r>
            <a:r>
              <a:rPr lang="es-ES" sz="2000" err="1">
                <a:ea typeface="Calibri"/>
                <a:cs typeface="Calibri"/>
              </a:rPr>
              <a:t>backend</a:t>
            </a:r>
            <a:r>
              <a:rPr lang="es-ES" sz="2000">
                <a:ea typeface="Calibri"/>
                <a:cs typeface="Calibri"/>
              </a:rPr>
              <a:t> o servicio web, es necesario agregar el dominio a una whitelist desde:</a:t>
            </a:r>
          </a:p>
          <a:p>
            <a:endParaRPr lang="es-ES">
              <a:ea typeface="Calibri"/>
              <a:cs typeface="Calibri"/>
            </a:endParaRPr>
          </a:p>
          <a:p>
            <a:pPr algn="ctr"/>
            <a:r>
              <a:rPr lang="es-ES" sz="2400" i="1">
                <a:latin typeface="Calibri Light"/>
                <a:ea typeface="Calibri"/>
                <a:cs typeface="Calibri"/>
              </a:rPr>
              <a:t>Mini </a:t>
            </a:r>
            <a:r>
              <a:rPr lang="es-ES" sz="2400" i="1" err="1">
                <a:latin typeface="Calibri Light"/>
                <a:ea typeface="Calibri"/>
                <a:cs typeface="Calibri"/>
              </a:rPr>
              <a:t>Program</a:t>
            </a:r>
            <a:r>
              <a:rPr lang="es-ES" sz="2400" i="1">
                <a:latin typeface="Calibri Light"/>
                <a:ea typeface="Calibri"/>
                <a:cs typeface="Calibri"/>
              </a:rPr>
              <a:t> -</a:t>
            </a:r>
            <a:r>
              <a:rPr lang="es-ES" sz="2400" i="1">
                <a:solidFill>
                  <a:srgbClr val="333333"/>
                </a:solidFill>
                <a:latin typeface="Calibri Light"/>
                <a:ea typeface="Open Sans"/>
                <a:cs typeface="Open Sans"/>
              </a:rPr>
              <a:t>&gt; </a:t>
            </a:r>
            <a:r>
              <a:rPr lang="es-ES" sz="2400" i="1" err="1">
                <a:solidFill>
                  <a:srgbClr val="333333"/>
                </a:solidFill>
                <a:latin typeface="Calibri Light"/>
                <a:ea typeface="Calibri"/>
                <a:cs typeface="Calibri"/>
              </a:rPr>
              <a:t>Configuration</a:t>
            </a:r>
            <a:r>
              <a:rPr lang="es-ES" sz="2400" i="1">
                <a:solidFill>
                  <a:srgbClr val="333333"/>
                </a:solidFill>
                <a:latin typeface="Calibri Light"/>
                <a:ea typeface="Calibri"/>
                <a:cs typeface="Calibri"/>
              </a:rPr>
              <a:t> -</a:t>
            </a:r>
            <a:r>
              <a:rPr lang="es-ES" sz="2400" i="1">
                <a:solidFill>
                  <a:srgbClr val="333333"/>
                </a:solidFill>
                <a:latin typeface="Calibri Light"/>
                <a:ea typeface="Open Sans"/>
                <a:cs typeface="Open Sans"/>
              </a:rPr>
              <a:t>&gt; </a:t>
            </a:r>
            <a:r>
              <a:rPr lang="es-ES" sz="2400" i="1">
                <a:solidFill>
                  <a:srgbClr val="333333"/>
                </a:solidFill>
                <a:latin typeface="Calibri Light"/>
                <a:ea typeface="Calibri"/>
                <a:cs typeface="Calibri"/>
              </a:rPr>
              <a:t>Server </a:t>
            </a:r>
            <a:r>
              <a:rPr lang="es-ES" sz="2400" i="1" err="1">
                <a:solidFill>
                  <a:srgbClr val="333333"/>
                </a:solidFill>
                <a:latin typeface="Calibri Light"/>
                <a:ea typeface="Calibri"/>
                <a:cs typeface="Calibri"/>
              </a:rPr>
              <a:t>domain</a:t>
            </a:r>
            <a:r>
              <a:rPr lang="es-ES" sz="2400" i="1">
                <a:solidFill>
                  <a:srgbClr val="333333"/>
                </a:solidFill>
                <a:latin typeface="Calibri Light"/>
                <a:ea typeface="Calibri"/>
                <a:cs typeface="Calibri"/>
              </a:rPr>
              <a:t> </a:t>
            </a:r>
            <a:r>
              <a:rPr lang="es-ES" sz="2400" i="1" err="1">
                <a:solidFill>
                  <a:srgbClr val="333333"/>
                </a:solidFill>
                <a:latin typeface="Calibri Light"/>
                <a:ea typeface="Calibri"/>
                <a:cs typeface="Calibri"/>
              </a:rPr>
              <a:t>whitelist</a:t>
            </a:r>
            <a:r>
              <a:rPr lang="es-ES" sz="2400" i="1">
                <a:solidFill>
                  <a:srgbClr val="333333"/>
                </a:solidFill>
                <a:latin typeface="Calibri Light"/>
                <a:ea typeface="Calibri"/>
                <a:cs typeface="Calibri"/>
              </a:rPr>
              <a:t>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201F8F-544F-AFAD-4781-1401A29974CB}"/>
              </a:ext>
            </a:extLst>
          </p:cNvPr>
          <p:cNvSpPr txBox="1"/>
          <p:nvPr/>
        </p:nvSpPr>
        <p:spPr>
          <a:xfrm>
            <a:off x="243108" y="2717038"/>
            <a:ext cx="1174142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ea typeface="Calibri"/>
                <a:cs typeface="Calibri"/>
              </a:rPr>
              <a:t>También es posible saltar la verificación de dominios permitidos desde Mini </a:t>
            </a:r>
            <a:r>
              <a:rPr lang="es-ES" sz="2000" err="1">
                <a:ea typeface="Calibri"/>
                <a:cs typeface="Calibri"/>
              </a:rPr>
              <a:t>Program</a:t>
            </a:r>
            <a:r>
              <a:rPr lang="es-ES" sz="2000">
                <a:ea typeface="Calibri"/>
                <a:cs typeface="Calibri"/>
              </a:rPr>
              <a:t> Studio para pruebas en el simulador o de forma remota</a:t>
            </a:r>
          </a:p>
        </p:txBody>
      </p:sp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F34815C0-4748-6CB8-B038-3565F1854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3724690"/>
            <a:ext cx="6897757" cy="165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8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3959F-3DFB-6AD0-7A1F-746A42CB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DB348D5A-4608-D977-0E81-6DF7440B31AF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28811366-8B6A-1ACE-EE7E-309F92E66023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200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8D8D5FCE-9162-7C0F-7B14-12C8F46668CC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200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8F6045AC-B245-7ECC-D9C6-7174FF09245D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200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5FBC5EE0-D76E-FE9F-5166-23F751465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74CCEAD-CA14-E79D-D85A-D372C67E0353}"/>
              </a:ext>
            </a:extLst>
          </p:cNvPr>
          <p:cNvSpPr txBox="1"/>
          <p:nvPr/>
        </p:nvSpPr>
        <p:spPr>
          <a:xfrm>
            <a:off x="232300" y="412911"/>
            <a:ext cx="485414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ea typeface="Calibri"/>
                <a:cs typeface="Calibri"/>
              </a:rPr>
              <a:t>Uso de </a:t>
            </a:r>
            <a:r>
              <a:rPr lang="es-ES" sz="3200" err="1">
                <a:ea typeface="Calibri"/>
                <a:cs typeface="Calibri"/>
              </a:rPr>
              <a:t>jsapis</a:t>
            </a:r>
            <a:endParaRPr lang="es-ES" err="1"/>
          </a:p>
          <a:p>
            <a:endParaRPr lang="es-ES" sz="3200">
              <a:ea typeface="Calibri"/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850B27B-2B80-29D5-FC62-1C20372A9789}"/>
              </a:ext>
            </a:extLst>
          </p:cNvPr>
          <p:cNvSpPr txBox="1"/>
          <p:nvPr/>
        </p:nvSpPr>
        <p:spPr>
          <a:xfrm>
            <a:off x="240957" y="1449946"/>
            <a:ext cx="11741424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Todas las peticiones de red se llevan a cabo a través de las siguientes </a:t>
            </a:r>
            <a:r>
              <a:rPr lang="es-E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jsapi's</a:t>
            </a: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asíncronas:</a:t>
            </a:r>
          </a:p>
          <a:p>
            <a:pPr marL="342900" indent="-342900" algn="just">
              <a:buFont typeface="Arial"/>
              <a:buChar char="•"/>
            </a:pPr>
            <a:r>
              <a:rPr lang="es-E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my.request</a:t>
            </a:r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s-E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my.uploadFile</a:t>
            </a:r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s-E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my.downloadFile</a:t>
            </a:r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Estas Apis reciben objetos con diferentes parámetros especificados a continuación, sin embargo, tienen en común 3 parámetros:</a:t>
            </a:r>
          </a:p>
          <a:p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s-E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success</a:t>
            </a:r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 una función que se ejecuta cuando una petición es exitosa</a:t>
            </a:r>
          </a:p>
          <a:p>
            <a:pPr marL="342900" indent="-342900">
              <a:buFont typeface="Arial"/>
              <a:buChar char="•"/>
            </a:pPr>
            <a:r>
              <a:rPr lang="es-E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fail</a:t>
            </a:r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 una función que se ejecuta cuando una petición falla</a:t>
            </a:r>
          </a:p>
          <a:p>
            <a:pPr marL="342900" indent="-342900">
              <a:buFont typeface="Arial"/>
              <a:buChar char="•"/>
            </a:pP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complete</a:t>
            </a:r>
          </a:p>
          <a:p>
            <a:pPr marL="800100" lvl="1" indent="-342900">
              <a:buFont typeface="Courier New"/>
              <a:buChar char="o"/>
            </a:pP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 ejecuta independientemente del resultado de la petición</a:t>
            </a:r>
          </a:p>
        </p:txBody>
      </p:sp>
    </p:spTree>
    <p:extLst>
      <p:ext uri="{BB962C8B-B14F-4D97-AF65-F5344CB8AC3E}">
        <p14:creationId xmlns:p14="http://schemas.microsoft.com/office/powerpoint/2010/main" val="398470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B570-EBF2-296C-5D8F-D5772D24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7AF17202-3632-FAAD-5B12-E06AE51C4DB9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F11E321E-B40E-F4FB-2FA7-C46DE7B5F562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AD7B4B9E-6CBB-C2D2-8AEE-68D3E30D33B0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3148DEFA-9547-9468-7A94-9EE57E0DB563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D44A988F-4D2D-ED54-D398-929116011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A934CBA-9A02-A053-9282-594025F421F5}"/>
              </a:ext>
            </a:extLst>
          </p:cNvPr>
          <p:cNvSpPr txBox="1"/>
          <p:nvPr/>
        </p:nvSpPr>
        <p:spPr>
          <a:xfrm>
            <a:off x="232300" y="412911"/>
            <a:ext cx="485414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err="1">
                <a:ea typeface="Calibri"/>
                <a:cs typeface="Calibri"/>
              </a:rPr>
              <a:t>my.request</a:t>
            </a:r>
            <a:r>
              <a:rPr lang="es-ES" sz="3200">
                <a:ea typeface="Calibri"/>
                <a:cs typeface="Calibri"/>
              </a:rPr>
              <a:t>()</a:t>
            </a:r>
            <a:endParaRPr lang="es-ES"/>
          </a:p>
          <a:p>
            <a:endParaRPr lang="es-ES" sz="3200">
              <a:ea typeface="Calibri"/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01B5953-2AA3-74EC-F6A2-9CDD91DF8C70}"/>
              </a:ext>
            </a:extLst>
          </p:cNvPr>
          <p:cNvSpPr txBox="1"/>
          <p:nvPr/>
        </p:nvSpPr>
        <p:spPr>
          <a:xfrm>
            <a:off x="214453" y="1190180"/>
            <a:ext cx="117414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ea typeface="Calibri"/>
                <a:cs typeface="Calibri"/>
              </a:rPr>
              <a:t>El api </a:t>
            </a:r>
            <a:r>
              <a:rPr lang="es-ES" sz="2000" err="1">
                <a:ea typeface="Calibri"/>
                <a:cs typeface="Calibri"/>
              </a:rPr>
              <a:t>my.request</a:t>
            </a:r>
            <a:r>
              <a:rPr lang="es-ES" sz="2000">
                <a:ea typeface="Calibri"/>
                <a:cs typeface="Calibri"/>
              </a:rPr>
              <a:t>()​ se utiliza para realizar una petición http, acepta un objeto con los parámetros de la petición: </a:t>
            </a:r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B933925-A370-2A82-E9D3-722F70DD1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819151"/>
              </p:ext>
            </p:extLst>
          </p:nvPr>
        </p:nvGraphicFramePr>
        <p:xfrm>
          <a:off x="233568" y="1714457"/>
          <a:ext cx="8168633" cy="4866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844210129"/>
                    </a:ext>
                  </a:extLst>
                </a:gridCol>
                <a:gridCol w="1221824">
                  <a:extLst>
                    <a:ext uri="{9D8B030D-6E8A-4147-A177-3AD203B41FA5}">
                      <a16:colId xmlns:a16="http://schemas.microsoft.com/office/drawing/2014/main" val="472848964"/>
                    </a:ext>
                  </a:extLst>
                </a:gridCol>
                <a:gridCol w="1274379">
                  <a:extLst>
                    <a:ext uri="{9D8B030D-6E8A-4147-A177-3AD203B41FA5}">
                      <a16:colId xmlns:a16="http://schemas.microsoft.com/office/drawing/2014/main" val="4081488331"/>
                    </a:ext>
                  </a:extLst>
                </a:gridCol>
                <a:gridCol w="3630270">
                  <a:extLst>
                    <a:ext uri="{9D8B030D-6E8A-4147-A177-3AD203B41FA5}">
                      <a16:colId xmlns:a16="http://schemas.microsoft.com/office/drawing/2014/main" val="1508235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Propiedad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Requerido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87682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url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String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Dirección en el servidor a donde se va a subir el archivo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24305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Define el método a utilizar, el método por defecto es 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16849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Los </a:t>
                      </a:r>
                      <a:r>
                        <a:rPr lang="es-ES" err="1"/>
                        <a:t>headers</a:t>
                      </a:r>
                      <a:r>
                        <a:rPr lang="es-ES"/>
                        <a:t> de la petición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5482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Los datos de la petición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60767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El tiempo de </a:t>
                      </a:r>
                      <a:r>
                        <a:rPr lang="es-ES" err="1"/>
                        <a:t>timeout</a:t>
                      </a:r>
                      <a:r>
                        <a:rPr lang="es-ES"/>
                        <a:t>, por defecto son 30,000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51567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dataType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String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Valores soportados: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json</a:t>
                      </a:r>
                      <a:endParaRPr lang="es-E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text</a:t>
                      </a:r>
                      <a:endParaRPr lang="es-E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/>
                        <a:t>base64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s-ES"/>
                        <a:t>Valor por defecto: </a:t>
                      </a:r>
                      <a:r>
                        <a:rPr lang="es-ES" err="1"/>
                        <a:t>json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8707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enableCookie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Boolean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482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42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AD2B6-BA27-AD63-1DE2-1047BFC6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CDE839C1-6581-36AA-DEA2-D51D267A9B1C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C94A2101-EF22-3DC9-1921-7E54F9E38AF2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C0346CC1-F8FD-D684-4EAB-05B7823F87AA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475C4114-25F0-CFED-4CFC-5E80E116B107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2E314203-F9D7-B69A-A2F9-0AD488C0B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395B84A-D7F8-156C-9F88-E28542EC3779}"/>
              </a:ext>
            </a:extLst>
          </p:cNvPr>
          <p:cNvSpPr txBox="1"/>
          <p:nvPr/>
        </p:nvSpPr>
        <p:spPr>
          <a:xfrm>
            <a:off x="232300" y="412911"/>
            <a:ext cx="485414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ea typeface="Calibri"/>
                <a:cs typeface="Calibri"/>
              </a:rPr>
              <a:t>Ejemplo de uso</a:t>
            </a:r>
            <a:endParaRPr lang="es-ES"/>
          </a:p>
          <a:p>
            <a:endParaRPr lang="es-ES" sz="3200">
              <a:ea typeface="Calibri"/>
              <a:cs typeface="Calibri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5158B972-D72F-7D06-08AD-9363E22C5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74" y="1311965"/>
            <a:ext cx="4013887" cy="4843670"/>
          </a:xfrm>
          <a:prstGeom prst="rect">
            <a:avLst/>
          </a:prstGeom>
        </p:spPr>
      </p:pic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A7BE82B-0F5D-C286-AABD-3104B051F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252" y="2486025"/>
            <a:ext cx="4572000" cy="18859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866421A-DC5A-76FB-7C83-07F79550C2AD}"/>
              </a:ext>
            </a:extLst>
          </p:cNvPr>
          <p:cNvSpPr txBox="1"/>
          <p:nvPr/>
        </p:nvSpPr>
        <p:spPr>
          <a:xfrm>
            <a:off x="6111517" y="192592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Resultado en consola: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89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3489D-C5CC-015E-B977-3D8C23C7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046C4DE3-F418-1736-4D0A-04B8470811DD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F78E1153-8B1A-51DC-0553-8396B8A0DE1A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F6F1F9F8-5750-6B52-8F12-76D96CDFF238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4613FDAE-033D-09B1-85A3-20D239438422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2EF2BE27-6875-6A39-D6A8-54D8BBFFE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7939778-B9EC-10A3-88D9-61F3D6B658BE}"/>
              </a:ext>
            </a:extLst>
          </p:cNvPr>
          <p:cNvSpPr txBox="1"/>
          <p:nvPr/>
        </p:nvSpPr>
        <p:spPr>
          <a:xfrm>
            <a:off x="232300" y="412911"/>
            <a:ext cx="485414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>
                <a:ea typeface="Calibri"/>
                <a:cs typeface="Calibri"/>
              </a:rPr>
              <a:t>Ejemplo de uso</a:t>
            </a:r>
            <a:endParaRPr lang="es-ES"/>
          </a:p>
          <a:p>
            <a:endParaRPr lang="es-ES" sz="3200">
              <a:ea typeface="Calibri"/>
              <a:cs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52C815-2494-52F0-3598-A75797A103C7}"/>
              </a:ext>
            </a:extLst>
          </p:cNvPr>
          <p:cNvSpPr txBox="1"/>
          <p:nvPr/>
        </p:nvSpPr>
        <p:spPr>
          <a:xfrm>
            <a:off x="221662" y="1211384"/>
            <a:ext cx="5830956" cy="20219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Las </a:t>
            </a:r>
            <a:r>
              <a:rPr lang="es-ES" err="1">
                <a:ea typeface="Calibri"/>
                <a:cs typeface="Calibri"/>
              </a:rPr>
              <a:t>jsapis</a:t>
            </a:r>
            <a:r>
              <a:rPr lang="es-ES">
                <a:ea typeface="Calibri"/>
                <a:cs typeface="Calibri"/>
              </a:rPr>
              <a:t> descritas en esta presentación son compatibles con la sintaxis </a:t>
            </a:r>
            <a:r>
              <a:rPr lang="es-ES" err="1">
                <a:ea typeface="Calibri"/>
                <a:cs typeface="Calibri"/>
              </a:rPr>
              <a:t>async</a:t>
            </a:r>
            <a:r>
              <a:rPr lang="es-ES">
                <a:ea typeface="Calibri"/>
                <a:cs typeface="Calibri"/>
              </a:rPr>
              <a:t>/</a:t>
            </a:r>
            <a:r>
              <a:rPr lang="es-ES" err="1">
                <a:ea typeface="Calibri"/>
                <a:cs typeface="Calibri"/>
              </a:rPr>
              <a:t>await</a:t>
            </a:r>
            <a:r>
              <a:rPr lang="es-ES">
                <a:ea typeface="Calibri"/>
                <a:cs typeface="Calibri"/>
              </a:rPr>
              <a:t>, pero el editor no las detecta como "Promesas" y sugiere eliminar la palabra "</a:t>
            </a:r>
            <a:r>
              <a:rPr lang="es-ES" err="1">
                <a:ea typeface="Calibri"/>
                <a:cs typeface="Calibri"/>
              </a:rPr>
              <a:t>await</a:t>
            </a:r>
            <a:r>
              <a:rPr lang="es-ES">
                <a:ea typeface="Calibri"/>
                <a:cs typeface="Calibri"/>
              </a:rPr>
              <a:t>" cuando ejecutamos un </a:t>
            </a:r>
            <a:r>
              <a:rPr lang="es-ES" err="1">
                <a:ea typeface="Calibri"/>
                <a:cs typeface="Calibri"/>
              </a:rPr>
              <a:t>quick</a:t>
            </a:r>
            <a:r>
              <a:rPr lang="es-ES">
                <a:ea typeface="Calibri"/>
                <a:cs typeface="Calibri"/>
              </a:rPr>
              <a:t> </a:t>
            </a:r>
            <a:r>
              <a:rPr lang="es-ES" err="1">
                <a:ea typeface="Calibri"/>
                <a:cs typeface="Calibri"/>
              </a:rPr>
              <a:t>fix</a:t>
            </a:r>
            <a:r>
              <a:rPr lang="es-ES">
                <a:ea typeface="Calibri"/>
                <a:cs typeface="Calibri"/>
              </a:rPr>
              <a:t> y nos suele mostrar advertencias molestas, para evitar esto se puede envolver las </a:t>
            </a:r>
            <a:r>
              <a:rPr lang="es-ES" err="1">
                <a:ea typeface="Calibri"/>
                <a:cs typeface="Calibri"/>
              </a:rPr>
              <a:t>jsapis</a:t>
            </a:r>
            <a:r>
              <a:rPr lang="es-ES">
                <a:ea typeface="Calibri"/>
                <a:cs typeface="Calibri"/>
              </a:rPr>
              <a:t> en promesas para poder manejarlas de forma más explicita como en el siguiente ejemplo: </a:t>
            </a: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4ACCB2D6-1DD9-4C54-D603-EB35D387F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76" y="3347830"/>
            <a:ext cx="5663649" cy="3117575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51C62E43-B7AF-0AC1-5875-E126A2356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472" y="689113"/>
            <a:ext cx="5753423" cy="532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59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87A8A-2B63-59AD-00BB-C869AE67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6B4EC1F3-EA08-DB6D-45F6-8A640A83FB54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4DE3A166-3965-C677-6010-8E663BB36401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C5F344F2-0A6F-DCF0-529B-948FD42E1469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61BA8152-4B15-AFCA-BC5F-396252101D37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D2E560E7-D160-6BED-E6E1-7BCBCEE84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5B8FAA0-05D1-38A8-85BA-742533298688}"/>
              </a:ext>
            </a:extLst>
          </p:cNvPr>
          <p:cNvSpPr txBox="1"/>
          <p:nvPr/>
        </p:nvSpPr>
        <p:spPr>
          <a:xfrm>
            <a:off x="232300" y="412911"/>
            <a:ext cx="485414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err="1">
                <a:ea typeface="Calibri"/>
                <a:cs typeface="Calibri"/>
              </a:rPr>
              <a:t>my.uploadFile</a:t>
            </a:r>
            <a:r>
              <a:rPr lang="es-ES" sz="3200">
                <a:ea typeface="Calibri"/>
                <a:cs typeface="Calibri"/>
              </a:rPr>
              <a:t>()</a:t>
            </a:r>
            <a:endParaRPr lang="es-ES"/>
          </a:p>
          <a:p>
            <a:endParaRPr lang="es-ES" sz="3200">
              <a:ea typeface="Calibri"/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3787EE9-BD12-130D-47C5-7F2E352453DC}"/>
              </a:ext>
            </a:extLst>
          </p:cNvPr>
          <p:cNvSpPr txBox="1"/>
          <p:nvPr/>
        </p:nvSpPr>
        <p:spPr>
          <a:xfrm>
            <a:off x="214453" y="1190180"/>
            <a:ext cx="117414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ea typeface="Calibri"/>
                <a:cs typeface="Calibri"/>
              </a:rPr>
              <a:t>El api </a:t>
            </a:r>
            <a:r>
              <a:rPr lang="es-ES" sz="2000" err="1">
                <a:ea typeface="Calibri"/>
                <a:cs typeface="Calibri"/>
              </a:rPr>
              <a:t>my.uploadFile</a:t>
            </a:r>
            <a:r>
              <a:rPr lang="es-ES" sz="2000">
                <a:ea typeface="Calibri"/>
                <a:cs typeface="Calibri"/>
              </a:rPr>
              <a:t>()​ se utiliza para subir un archivo al servidor por medio de http:</a:t>
            </a:r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3F06489-0C95-E6B9-F1D4-B2C0E23B1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920005"/>
              </p:ext>
            </p:extLst>
          </p:nvPr>
        </p:nvGraphicFramePr>
        <p:xfrm>
          <a:off x="357311" y="1714457"/>
          <a:ext cx="8168633" cy="4688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844210129"/>
                    </a:ext>
                  </a:extLst>
                </a:gridCol>
                <a:gridCol w="1221824">
                  <a:extLst>
                    <a:ext uri="{9D8B030D-6E8A-4147-A177-3AD203B41FA5}">
                      <a16:colId xmlns:a16="http://schemas.microsoft.com/office/drawing/2014/main" val="472848964"/>
                    </a:ext>
                  </a:extLst>
                </a:gridCol>
                <a:gridCol w="1274379">
                  <a:extLst>
                    <a:ext uri="{9D8B030D-6E8A-4147-A177-3AD203B41FA5}">
                      <a16:colId xmlns:a16="http://schemas.microsoft.com/office/drawing/2014/main" val="4081488331"/>
                    </a:ext>
                  </a:extLst>
                </a:gridCol>
                <a:gridCol w="3630270">
                  <a:extLst>
                    <a:ext uri="{9D8B030D-6E8A-4147-A177-3AD203B41FA5}">
                      <a16:colId xmlns:a16="http://schemas.microsoft.com/office/drawing/2014/main" val="1508235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Propiedad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Requerido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87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Dirección en el servidor a donde se va a subir el archivo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011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filePath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Path</a:t>
                      </a:r>
                      <a:r>
                        <a:rPr lang="es-ES"/>
                        <a:t> local del archivo a subir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5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fileName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Nombre del archivo a subir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91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FileType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Tipo del archivo a subir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80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Headers</a:t>
                      </a:r>
                      <a:r>
                        <a:rPr lang="es-ES"/>
                        <a:t> de la petición (se recomienda no cambiar)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94312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formData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Datos adicionales para la petición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6525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Tiempo de espera de la subida en milisegundos, el valor por defecto es de 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64165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hideLoading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Muestra o esconde el icono de carga, por defecto es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400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502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4172-E28A-0CF4-E191-C64AEBEB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0544BE8C-148A-DDB0-88DD-B7F0FAB8F489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C279FB06-2CA4-84CF-4055-40E258C15E53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7F435FC1-1B13-EBCD-AC89-6192BF54E596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5BC317BD-33FE-6B3F-82E4-58BEFF737FAC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4B3C6367-8C73-554A-3137-5ABF5EAF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A178AEC-4071-40F3-F26E-6BAE7B4523F1}"/>
              </a:ext>
            </a:extLst>
          </p:cNvPr>
          <p:cNvSpPr txBox="1"/>
          <p:nvPr/>
        </p:nvSpPr>
        <p:spPr>
          <a:xfrm>
            <a:off x="232300" y="412911"/>
            <a:ext cx="485414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err="1">
                <a:ea typeface="Calibri"/>
                <a:cs typeface="Calibri"/>
              </a:rPr>
              <a:t>my.downloadFile</a:t>
            </a:r>
            <a:r>
              <a:rPr lang="es-ES" sz="3200">
                <a:ea typeface="Calibri"/>
                <a:cs typeface="Calibri"/>
              </a:rPr>
              <a:t>()</a:t>
            </a:r>
            <a:endParaRPr lang="es-ES"/>
          </a:p>
          <a:p>
            <a:endParaRPr lang="es-ES" sz="3200">
              <a:ea typeface="Calibri"/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31CA63E-3CC1-4833-DB1B-AED2F81CDE2E}"/>
              </a:ext>
            </a:extLst>
          </p:cNvPr>
          <p:cNvSpPr txBox="1"/>
          <p:nvPr/>
        </p:nvSpPr>
        <p:spPr>
          <a:xfrm>
            <a:off x="214453" y="1190180"/>
            <a:ext cx="117414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ea typeface="Calibri"/>
                <a:cs typeface="Calibri"/>
              </a:rPr>
              <a:t>El api </a:t>
            </a:r>
            <a:r>
              <a:rPr lang="es-ES" sz="2000" err="1">
                <a:ea typeface="Calibri"/>
                <a:cs typeface="Calibri"/>
              </a:rPr>
              <a:t>my.uploadFile</a:t>
            </a:r>
            <a:r>
              <a:rPr lang="es-ES" sz="2000">
                <a:ea typeface="Calibri"/>
                <a:cs typeface="Calibri"/>
              </a:rPr>
              <a:t>()​ se utiliza para subir un archivo al servidor por medio de http:</a:t>
            </a:r>
            <a:endParaRPr lang="es-E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806E8C8-3BDC-5DE9-ED65-E94DDF52F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11533"/>
              </p:ext>
            </p:extLst>
          </p:nvPr>
        </p:nvGraphicFramePr>
        <p:xfrm>
          <a:off x="357311" y="1714457"/>
          <a:ext cx="8168633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844210129"/>
                    </a:ext>
                  </a:extLst>
                </a:gridCol>
                <a:gridCol w="1221824">
                  <a:extLst>
                    <a:ext uri="{9D8B030D-6E8A-4147-A177-3AD203B41FA5}">
                      <a16:colId xmlns:a16="http://schemas.microsoft.com/office/drawing/2014/main" val="472848964"/>
                    </a:ext>
                  </a:extLst>
                </a:gridCol>
                <a:gridCol w="1274379">
                  <a:extLst>
                    <a:ext uri="{9D8B030D-6E8A-4147-A177-3AD203B41FA5}">
                      <a16:colId xmlns:a16="http://schemas.microsoft.com/office/drawing/2014/main" val="4081488331"/>
                    </a:ext>
                  </a:extLst>
                </a:gridCol>
                <a:gridCol w="3630270">
                  <a:extLst>
                    <a:ext uri="{9D8B030D-6E8A-4147-A177-3AD203B41FA5}">
                      <a16:colId xmlns:a16="http://schemas.microsoft.com/office/drawing/2014/main" val="1508235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Propiedad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Requerido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87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Dirección en el servidor a donde se va a subir el archivo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011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Headers</a:t>
                      </a:r>
                      <a:r>
                        <a:rPr lang="es-ES"/>
                        <a:t> de la petición (se recomienda no cambiar)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943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31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6491-0F65-746B-5E2E-8B7033DF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F8484285-DCAB-38CD-E61F-AA3280EB48C6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0F94019A-F16F-2FB6-5A1E-89A752FAAE1E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CD2BD80A-F149-FBC1-4902-8778A2ED0FC8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89AEC8C3-0778-F9DE-4585-E525704E1BC8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34C0A62B-DBF6-9F3F-54C5-982BBBEBF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287667-AE41-C0F1-7EAF-7896B1F96261}"/>
              </a:ext>
            </a:extLst>
          </p:cNvPr>
          <p:cNvSpPr txBox="1"/>
          <p:nvPr/>
        </p:nvSpPr>
        <p:spPr>
          <a:xfrm>
            <a:off x="225674" y="227381"/>
            <a:ext cx="4854144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>
                <a:ea typeface="Calibri"/>
                <a:cs typeface="Calibri"/>
              </a:rPr>
              <a:t>Storage</a:t>
            </a:r>
            <a:endParaRPr lang="es-ES" sz="3600"/>
          </a:p>
          <a:p>
            <a:endParaRPr lang="es-ES" sz="3200">
              <a:ea typeface="Calibri"/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51DE1E-975E-EFD2-69D0-50573D8377F8}"/>
              </a:ext>
            </a:extLst>
          </p:cNvPr>
          <p:cNvSpPr txBox="1"/>
          <p:nvPr/>
        </p:nvSpPr>
        <p:spPr>
          <a:xfrm>
            <a:off x="227705" y="892006"/>
            <a:ext cx="11728172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ea typeface="Calibri"/>
                <a:cs typeface="Calibri"/>
              </a:rPr>
              <a:t>El </a:t>
            </a:r>
            <a:r>
              <a:rPr lang="es-ES" sz="2000" err="1">
                <a:ea typeface="Calibri"/>
                <a:cs typeface="Calibri"/>
              </a:rPr>
              <a:t>storage</a:t>
            </a:r>
            <a:r>
              <a:rPr lang="es-ES" sz="2000">
                <a:ea typeface="Calibri"/>
                <a:cs typeface="Calibri"/>
              </a:rPr>
              <a:t> consiste en un bloque de memoria persistente clave/valor, </a:t>
            </a:r>
            <a:r>
              <a:rPr lang="es-ES" sz="2000" err="1">
                <a:ea typeface="Calibri"/>
                <a:cs typeface="Calibri"/>
              </a:rPr>
              <a:t>Miniprogram</a:t>
            </a:r>
            <a:r>
              <a:rPr lang="es-ES" sz="2000">
                <a:ea typeface="Calibri"/>
                <a:cs typeface="Calibri"/>
              </a:rPr>
              <a:t> tiene un limite de 10Mb de </a:t>
            </a:r>
            <a:r>
              <a:rPr lang="es-ES" sz="2000" err="1">
                <a:ea typeface="Calibri"/>
                <a:cs typeface="Calibri"/>
              </a:rPr>
              <a:t>informacion</a:t>
            </a:r>
            <a:r>
              <a:rPr lang="es-ES" sz="2000">
                <a:ea typeface="Calibri"/>
                <a:cs typeface="Calibri"/>
              </a:rPr>
              <a:t> en caché por usuario</a:t>
            </a:r>
          </a:p>
          <a:p>
            <a:endParaRPr lang="es-ES" sz="2000">
              <a:ea typeface="Calibri"/>
              <a:cs typeface="Calibri"/>
            </a:endParaRPr>
          </a:p>
          <a:p>
            <a:r>
              <a:rPr lang="es-ES" sz="2000">
                <a:ea typeface="Calibri"/>
                <a:cs typeface="Calibri"/>
              </a:rPr>
              <a:t>El manejo de </a:t>
            </a:r>
            <a:r>
              <a:rPr lang="es-ES" sz="2000" err="1">
                <a:ea typeface="Calibri"/>
                <a:cs typeface="Calibri"/>
              </a:rPr>
              <a:t>storage</a:t>
            </a:r>
            <a:r>
              <a:rPr lang="es-ES" sz="2000">
                <a:ea typeface="Calibri"/>
                <a:cs typeface="Calibri"/>
              </a:rPr>
              <a:t> dentro de las </a:t>
            </a:r>
            <a:r>
              <a:rPr lang="es-ES" sz="2000" err="1">
                <a:ea typeface="Calibri"/>
                <a:cs typeface="Calibri"/>
              </a:rPr>
              <a:t>miniapps</a:t>
            </a:r>
            <a:r>
              <a:rPr lang="es-ES" sz="2000">
                <a:ea typeface="Calibri"/>
                <a:cs typeface="Calibri"/>
              </a:rPr>
              <a:t> se maneja de una forma muy similar a las </a:t>
            </a:r>
            <a:r>
              <a:rPr lang="es-ES" sz="2000" err="1">
                <a:ea typeface="Calibri"/>
                <a:cs typeface="Calibri"/>
              </a:rPr>
              <a:t>apis</a:t>
            </a:r>
            <a:r>
              <a:rPr lang="es-ES" sz="2000">
                <a:ea typeface="Calibri"/>
                <a:cs typeface="Calibri"/>
              </a:rPr>
              <a:t> vistas anteriormente, por medio de las siguientes </a:t>
            </a:r>
            <a:r>
              <a:rPr lang="es-ES" sz="2000" err="1">
                <a:ea typeface="Calibri"/>
                <a:cs typeface="Calibri"/>
              </a:rPr>
              <a:t>apis</a:t>
            </a:r>
            <a:r>
              <a:rPr lang="es-ES" sz="2000">
                <a:ea typeface="Calibri"/>
                <a:cs typeface="Calibri"/>
              </a:rPr>
              <a:t>:</a:t>
            </a:r>
            <a:endParaRPr lang="es-ES"/>
          </a:p>
          <a:p>
            <a:endParaRPr lang="es-ES" sz="2400" i="1">
              <a:solidFill>
                <a:srgbClr val="333333"/>
              </a:solidFill>
              <a:latin typeface="Calibri Light"/>
              <a:ea typeface="Calibri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4A3920-581A-AAF1-EA1F-904667124262}"/>
              </a:ext>
            </a:extLst>
          </p:cNvPr>
          <p:cNvSpPr txBox="1"/>
          <p:nvPr/>
        </p:nvSpPr>
        <p:spPr>
          <a:xfrm>
            <a:off x="455897" y="2553025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err="1">
                <a:ea typeface="Calibri" panose="020F0502020204030204"/>
                <a:cs typeface="Calibri" panose="020F0502020204030204"/>
              </a:rPr>
              <a:t>Asincornas</a:t>
            </a:r>
            <a:r>
              <a:rPr lang="es-ES">
                <a:ea typeface="Calibri" panose="020F0502020204030204"/>
                <a:cs typeface="Calibri" panose="020F0502020204030204"/>
              </a:rPr>
              <a:t>:</a:t>
            </a:r>
          </a:p>
          <a:p>
            <a:pPr marL="285750" indent="-285750" algn="l">
              <a:buFont typeface="Arial"/>
              <a:buChar char="•"/>
            </a:pPr>
            <a:r>
              <a:rPr lang="es-ES" err="1">
                <a:ea typeface="Calibri" panose="020F0502020204030204"/>
                <a:cs typeface="Calibri" panose="020F0502020204030204"/>
              </a:rPr>
              <a:t>my.setStorage</a:t>
            </a:r>
            <a:r>
              <a:rPr lang="es-ES">
                <a:ea typeface="Calibri" panose="020F0502020204030204"/>
                <a:cs typeface="Calibri" panose="020F0502020204030204"/>
              </a:rPr>
              <a:t>()</a:t>
            </a:r>
            <a:endParaRPr lang="es-ES"/>
          </a:p>
          <a:p>
            <a:pPr marL="285750" indent="-285750">
              <a:buFont typeface="Arial"/>
              <a:buChar char="•"/>
            </a:pPr>
            <a:r>
              <a:rPr lang="es-ES" err="1">
                <a:ea typeface="Calibri" panose="020F0502020204030204"/>
                <a:cs typeface="Calibri" panose="020F0502020204030204"/>
              </a:rPr>
              <a:t>my.getStorage</a:t>
            </a:r>
            <a:r>
              <a:rPr lang="es-ES">
                <a:ea typeface="Calibri" panose="020F0502020204030204"/>
                <a:cs typeface="Calibri" panose="020F0502020204030204"/>
              </a:rPr>
              <a:t>()</a:t>
            </a:r>
          </a:p>
          <a:p>
            <a:pPr marL="285750" indent="-285750">
              <a:buFont typeface="Arial"/>
              <a:buChar char="•"/>
            </a:pPr>
            <a:r>
              <a:rPr lang="es-ES" err="1">
                <a:ea typeface="Calibri" panose="020F0502020204030204"/>
                <a:cs typeface="Calibri" panose="020F0502020204030204"/>
              </a:rPr>
              <a:t>my.removeStorage</a:t>
            </a:r>
            <a:r>
              <a:rPr lang="es-ES">
                <a:ea typeface="Calibri" panose="020F0502020204030204"/>
                <a:cs typeface="Calibri" panose="020F0502020204030204"/>
              </a:rPr>
              <a:t>()</a:t>
            </a:r>
          </a:p>
          <a:p>
            <a:pPr marL="285750" indent="-285750">
              <a:buFont typeface="Arial"/>
              <a:buChar char="•"/>
            </a:pPr>
            <a:r>
              <a:rPr lang="es-ES" err="1">
                <a:ea typeface="Calibri" panose="020F0502020204030204"/>
                <a:cs typeface="Calibri" panose="020F0502020204030204"/>
              </a:rPr>
              <a:t>my.clearStorage</a:t>
            </a:r>
            <a:r>
              <a:rPr lang="es-ES">
                <a:ea typeface="Calibri" panose="020F0502020204030204"/>
                <a:cs typeface="Calibri" panose="020F0502020204030204"/>
              </a:rPr>
              <a:t>()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F8BA59-F626-3B63-9AE7-9F0B3EE78E0B}"/>
              </a:ext>
            </a:extLst>
          </p:cNvPr>
          <p:cNvSpPr txBox="1"/>
          <p:nvPr/>
        </p:nvSpPr>
        <p:spPr>
          <a:xfrm>
            <a:off x="4716470" y="2553024"/>
            <a:ext cx="352507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err="1">
                <a:ea typeface="Calibri" panose="020F0502020204030204"/>
                <a:cs typeface="Calibri" panose="020F0502020204030204"/>
              </a:rPr>
              <a:t>Sincronas</a:t>
            </a:r>
            <a:endParaRPr lang="es-ES">
              <a:ea typeface="Calibri" panose="020F0502020204030204"/>
              <a:cs typeface="Calibri" panose="020F0502020204030204"/>
            </a:endParaRPr>
          </a:p>
          <a:p>
            <a:pPr marL="285750" indent="-285750" algn="l">
              <a:buFont typeface="Arial"/>
              <a:buChar char="•"/>
            </a:pPr>
            <a:r>
              <a:rPr lang="es-ES" err="1">
                <a:ea typeface="Calibri" panose="020F0502020204030204"/>
                <a:cs typeface="Calibri" panose="020F0502020204030204"/>
              </a:rPr>
              <a:t>my.setStorageSync</a:t>
            </a:r>
            <a:r>
              <a:rPr lang="es-ES">
                <a:ea typeface="Calibri" panose="020F0502020204030204"/>
                <a:cs typeface="Calibri" panose="020F0502020204030204"/>
              </a:rPr>
              <a:t>()</a:t>
            </a:r>
            <a:endParaRPr lang="es-ES"/>
          </a:p>
          <a:p>
            <a:pPr marL="285750" indent="-285750">
              <a:buFont typeface="Arial"/>
              <a:buChar char="•"/>
            </a:pPr>
            <a:r>
              <a:rPr lang="es-ES" err="1">
                <a:ea typeface="Calibri" panose="020F0502020204030204"/>
                <a:cs typeface="Calibri" panose="020F0502020204030204"/>
              </a:rPr>
              <a:t>my.getStorageSync</a:t>
            </a:r>
            <a:r>
              <a:rPr lang="es-ES">
                <a:ea typeface="Calibri" panose="020F0502020204030204"/>
                <a:cs typeface="Calibri" panose="020F0502020204030204"/>
              </a:rPr>
              <a:t>()</a:t>
            </a:r>
          </a:p>
          <a:p>
            <a:pPr marL="285750" indent="-285750">
              <a:buFont typeface="Arial"/>
              <a:buChar char="•"/>
            </a:pPr>
            <a:r>
              <a:rPr lang="es-ES" err="1">
                <a:ea typeface="Calibri" panose="020F0502020204030204"/>
                <a:cs typeface="Calibri" panose="020F0502020204030204"/>
              </a:rPr>
              <a:t>my.removeStorageSync</a:t>
            </a:r>
            <a:r>
              <a:rPr lang="es-ES">
                <a:ea typeface="Calibri" panose="020F0502020204030204"/>
                <a:cs typeface="Calibri" panose="020F0502020204030204"/>
              </a:rPr>
              <a:t>()</a:t>
            </a:r>
          </a:p>
          <a:p>
            <a:pPr marL="285750" indent="-285750">
              <a:buFont typeface="Arial"/>
              <a:buChar char="•"/>
            </a:pPr>
            <a:r>
              <a:rPr lang="es-ES" err="1">
                <a:ea typeface="Calibri" panose="020F0502020204030204"/>
                <a:cs typeface="Calibri" panose="020F0502020204030204"/>
              </a:rPr>
              <a:t>my.clearStorageSync</a:t>
            </a:r>
            <a:r>
              <a:rPr lang="es-ES">
                <a:ea typeface="Calibri" panose="020F0502020204030204"/>
                <a:cs typeface="Calibri" panose="020F0502020204030204"/>
              </a:rPr>
              <a:t>()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2A887F-D5C9-415C-7951-FE9A4BF3F460}"/>
              </a:ext>
            </a:extLst>
          </p:cNvPr>
          <p:cNvSpPr txBox="1"/>
          <p:nvPr/>
        </p:nvSpPr>
        <p:spPr>
          <a:xfrm>
            <a:off x="468696" y="4598051"/>
            <a:ext cx="831573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Las </a:t>
            </a:r>
            <a:r>
              <a:rPr lang="es-ES" err="1">
                <a:ea typeface="Calibri"/>
                <a:cs typeface="Calibri"/>
              </a:rPr>
              <a:t>apis</a:t>
            </a:r>
            <a:r>
              <a:rPr lang="es-ES">
                <a:ea typeface="Calibri"/>
                <a:cs typeface="Calibri"/>
              </a:rPr>
              <a:t> asíncronas funcionan de forma similar a las </a:t>
            </a:r>
            <a:r>
              <a:rPr lang="es-ES" err="1">
                <a:ea typeface="Calibri"/>
                <a:cs typeface="Calibri"/>
              </a:rPr>
              <a:t>apis</a:t>
            </a:r>
            <a:r>
              <a:rPr lang="es-ES">
                <a:ea typeface="Calibri"/>
                <a:cs typeface="Calibri"/>
              </a:rPr>
              <a:t> de red que vimos anteriormente, incluyendo también los métodos parámetros </a:t>
            </a:r>
            <a:r>
              <a:rPr lang="es-ES" err="1">
                <a:ea typeface="Calibri"/>
                <a:cs typeface="Calibri"/>
              </a:rPr>
              <a:t>success</a:t>
            </a:r>
            <a:r>
              <a:rPr lang="es-ES">
                <a:ea typeface="Calibri"/>
                <a:cs typeface="Calibri"/>
              </a:rPr>
              <a:t>, </a:t>
            </a:r>
            <a:r>
              <a:rPr lang="es-ES" err="1">
                <a:ea typeface="Calibri"/>
                <a:cs typeface="Calibri"/>
              </a:rPr>
              <a:t>fail</a:t>
            </a:r>
            <a:r>
              <a:rPr lang="es-ES">
                <a:ea typeface="Calibri"/>
                <a:cs typeface="Calibri"/>
              </a:rPr>
              <a:t>, complete.</a:t>
            </a:r>
          </a:p>
          <a:p>
            <a:endParaRPr lang="es-ES">
              <a:ea typeface="Calibri"/>
              <a:cs typeface="Calibri"/>
            </a:endParaRPr>
          </a:p>
          <a:p>
            <a:r>
              <a:rPr lang="es-ES">
                <a:ea typeface="Calibri"/>
                <a:cs typeface="Calibri"/>
              </a:rPr>
              <a:t>Mientras que las </a:t>
            </a:r>
            <a:r>
              <a:rPr lang="es-ES" err="1">
                <a:ea typeface="Calibri"/>
                <a:cs typeface="Calibri"/>
              </a:rPr>
              <a:t>apis</a:t>
            </a:r>
            <a:r>
              <a:rPr lang="es-ES">
                <a:ea typeface="Calibri"/>
                <a:cs typeface="Calibri"/>
              </a:rPr>
              <a:t> síncronas no requieren de dichas </a:t>
            </a:r>
            <a:r>
              <a:rPr lang="es-ES" err="1">
                <a:ea typeface="Calibri"/>
                <a:cs typeface="Calibri"/>
              </a:rPr>
              <a:t>callbacks</a:t>
            </a:r>
            <a:r>
              <a:rPr lang="es-ES">
                <a:ea typeface="Calibri"/>
                <a:cs typeface="Calibri"/>
              </a:rPr>
              <a:t> ya que estas bloquean la </a:t>
            </a:r>
            <a:r>
              <a:rPr lang="es-ES" err="1">
                <a:ea typeface="Calibri"/>
                <a:cs typeface="Calibri"/>
              </a:rPr>
              <a:t>ejecucion</a:t>
            </a:r>
            <a:r>
              <a:rPr lang="es-ES">
                <a:ea typeface="Calibri"/>
                <a:cs typeface="Calibri"/>
              </a:rPr>
              <a:t> y entregan un resultado de forma directa</a:t>
            </a:r>
          </a:p>
        </p:txBody>
      </p:sp>
    </p:spTree>
    <p:extLst>
      <p:ext uri="{BB962C8B-B14F-4D97-AF65-F5344CB8AC3E}">
        <p14:creationId xmlns:p14="http://schemas.microsoft.com/office/powerpoint/2010/main" val="2901438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6EF0-43D1-9A09-D922-90AD0538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C535CCD2-A6AB-BAA7-0E0C-39115FEA3422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394EA29-F325-CF56-3F61-2E482769BCCA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_tradnl" err="1">
                  <a:latin typeface="Releway"/>
                </a:rPr>
                <a:t>zz</a:t>
              </a:r>
              <a:endParaRPr lang="es-ES_tradnl" noProof="0" err="1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55E0E9D4-F3F7-51C5-A359-1929A99A2AA2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BF953971-633D-5245-E4CD-A4F2A9C143CC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E99FE324-4E17-04C8-AF50-3CB128D91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F151C5C-2B4E-BD8D-274F-77B19E076DA9}"/>
              </a:ext>
            </a:extLst>
          </p:cNvPr>
          <p:cNvSpPr txBox="1"/>
          <p:nvPr/>
        </p:nvSpPr>
        <p:spPr>
          <a:xfrm>
            <a:off x="232300" y="412911"/>
            <a:ext cx="4854144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>
                <a:ea typeface="Calibri"/>
                <a:cs typeface="Calibri"/>
              </a:rPr>
              <a:t>Uso de storage</a:t>
            </a:r>
            <a:endParaRPr lang="es-ES" sz="3600"/>
          </a:p>
          <a:p>
            <a:endParaRPr lang="es-ES" sz="3200">
              <a:ea typeface="Calibri"/>
              <a:cs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D586BFE-1455-9DB0-BD1F-ECD6B1844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900105"/>
              </p:ext>
            </p:extLst>
          </p:nvPr>
        </p:nvGraphicFramePr>
        <p:xfrm>
          <a:off x="461629" y="1549504"/>
          <a:ext cx="8168640" cy="3759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053504091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4249491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Metodo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Parametros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66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my.getStorage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{</a:t>
                      </a:r>
                    </a:p>
                    <a:p>
                      <a:pPr lvl="0">
                        <a:buNone/>
                      </a:pPr>
                      <a:r>
                        <a:rPr lang="es-ES"/>
                        <a:t>     </a:t>
                      </a:r>
                      <a:r>
                        <a:rPr lang="es-ES" err="1"/>
                        <a:t>key</a:t>
                      </a:r>
                      <a:r>
                        <a:rPr lang="es-ES"/>
                        <a:t>: </a:t>
                      </a:r>
                      <a:r>
                        <a:rPr lang="es-ES" err="1"/>
                        <a:t>String</a:t>
                      </a:r>
                      <a:endParaRPr lang="es-ES"/>
                    </a:p>
                    <a:p>
                      <a:pPr lvl="0">
                        <a:buNone/>
                      </a:pPr>
                      <a:r>
                        <a:rPr lang="es-ES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544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my.setStorage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Calibri"/>
                        </a:rPr>
                        <a:t>{</a:t>
                      </a:r>
                      <a:endParaRPr lang="en-US" sz="18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Calibri"/>
                        </a:rPr>
                        <a:t>    </a:t>
                      </a:r>
                      <a:r>
                        <a:rPr lang="es-ES" sz="1800" b="0" i="0" u="none" strike="noStrike" noProof="0" err="1">
                          <a:latin typeface="Calibri"/>
                        </a:rPr>
                        <a:t>key</a:t>
                      </a:r>
                      <a:r>
                        <a:rPr lang="es-ES" sz="1800" b="0" i="0" u="none" strike="noStrike" noProof="0">
                          <a:latin typeface="Calibri"/>
                        </a:rPr>
                        <a:t>: </a:t>
                      </a:r>
                      <a:r>
                        <a:rPr lang="es-ES" sz="1800" b="0" i="0" u="none" strike="noStrike" noProof="0" err="1">
                          <a:latin typeface="Calibri"/>
                        </a:rPr>
                        <a:t>String</a:t>
                      </a:r>
                      <a:r>
                        <a:rPr lang="es-ES" sz="1800" b="0" i="0" u="none" strike="noStrike" noProof="0">
                          <a:latin typeface="Calibri"/>
                        </a:rPr>
                        <a:t>,</a:t>
                      </a:r>
                      <a:endParaRPr lang="en-US" sz="18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Calibri"/>
                        </a:rPr>
                        <a:t>    data: </a:t>
                      </a:r>
                      <a:r>
                        <a:rPr lang="es-ES" sz="1800" b="0" i="0" u="none" strike="noStrike" noProof="0" err="1">
                          <a:latin typeface="Calibri"/>
                        </a:rPr>
                        <a:t>Object</a:t>
                      </a:r>
                      <a:endParaRPr lang="es-ES" sz="1800" b="0" i="0" u="none" strike="noStrike" noProof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s-ES" sz="1800" b="0" i="0" u="none" strike="noStrike" noProof="0">
                          <a:latin typeface="Calibri"/>
                        </a:rPr>
                        <a:t>}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err="1"/>
                        <a:t>my.removeStorage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{</a:t>
                      </a:r>
                    </a:p>
                    <a:p>
                      <a:pPr lvl="0">
                        <a:buNone/>
                      </a:pPr>
                      <a:r>
                        <a:rPr lang="es-ES"/>
                        <a:t>    </a:t>
                      </a:r>
                      <a:r>
                        <a:rPr lang="es-ES" err="1"/>
                        <a:t>key</a:t>
                      </a:r>
                      <a:r>
                        <a:rPr lang="es-ES"/>
                        <a:t>: </a:t>
                      </a:r>
                      <a:r>
                        <a:rPr lang="es-ES" err="1"/>
                        <a:t>string</a:t>
                      </a:r>
                      <a:endParaRPr lang="es-ES"/>
                    </a:p>
                    <a:p>
                      <a:pPr lvl="0">
                        <a:buNone/>
                      </a:pPr>
                      <a:r>
                        <a:rPr lang="es-ES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71477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my.clearStorage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614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02B2BFC-3EDD-6AFE-36FC-9F358FEEBF73}"/>
              </a:ext>
            </a:extLst>
          </p:cNvPr>
          <p:cNvSpPr txBox="1"/>
          <p:nvPr/>
        </p:nvSpPr>
        <p:spPr>
          <a:xfrm>
            <a:off x="9352410" y="1771487"/>
            <a:ext cx="27432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Nota: Todos los </a:t>
            </a:r>
            <a:r>
              <a:rPr lang="es-ES" err="1">
                <a:ea typeface="Calibri"/>
                <a:cs typeface="Calibri"/>
              </a:rPr>
              <a:t>metodos</a:t>
            </a:r>
            <a:r>
              <a:rPr lang="es-ES">
                <a:ea typeface="Calibri"/>
                <a:cs typeface="Calibri"/>
              </a:rPr>
              <a:t> </a:t>
            </a:r>
            <a:r>
              <a:rPr lang="es-ES" err="1">
                <a:ea typeface="Calibri"/>
                <a:cs typeface="Calibri"/>
              </a:rPr>
              <a:t>asincronos</a:t>
            </a:r>
            <a:r>
              <a:rPr lang="es-ES">
                <a:ea typeface="Calibri"/>
                <a:cs typeface="Calibri"/>
              </a:rPr>
              <a:t> utilizan los </a:t>
            </a:r>
            <a:r>
              <a:rPr lang="es-ES" err="1">
                <a:ea typeface="Calibri"/>
                <a:cs typeface="Calibri"/>
              </a:rPr>
              <a:t>parametros</a:t>
            </a:r>
            <a:r>
              <a:rPr lang="es-ES">
                <a:ea typeface="Calibri"/>
                <a:cs typeface="Calibri"/>
              </a:rPr>
              <a:t> </a:t>
            </a:r>
            <a:r>
              <a:rPr lang="es-ES" err="1">
                <a:ea typeface="Calibri"/>
                <a:cs typeface="Calibri"/>
              </a:rPr>
              <a:t>success</a:t>
            </a:r>
            <a:r>
              <a:rPr lang="es-ES">
                <a:ea typeface="Calibri"/>
                <a:cs typeface="Calibri"/>
              </a:rPr>
              <a:t>, </a:t>
            </a:r>
            <a:r>
              <a:rPr lang="es-ES" err="1">
                <a:ea typeface="Calibri"/>
                <a:cs typeface="Calibri"/>
              </a:rPr>
              <a:t>fail</a:t>
            </a:r>
            <a:r>
              <a:rPr lang="es-ES">
                <a:ea typeface="Calibri"/>
                <a:cs typeface="Calibri"/>
              </a:rPr>
              <a:t> y complete para pasar sus respectivos </a:t>
            </a:r>
            <a:r>
              <a:rPr lang="es-ES" err="1">
                <a:ea typeface="Calibri"/>
                <a:cs typeface="Calibri"/>
              </a:rPr>
              <a:t>callbacks</a:t>
            </a:r>
            <a:r>
              <a:rPr lang="es-ES">
                <a:ea typeface="Calibri"/>
                <a:cs typeface="Calibri"/>
              </a:rPr>
              <a:t>, las versiones </a:t>
            </a:r>
            <a:r>
              <a:rPr lang="es-ES" err="1">
                <a:ea typeface="Calibri"/>
                <a:cs typeface="Calibri"/>
              </a:rPr>
              <a:t>sincronas</a:t>
            </a:r>
            <a:r>
              <a:rPr lang="es-ES">
                <a:ea typeface="Calibri"/>
                <a:cs typeface="Calibri"/>
              </a:rPr>
              <a:t> de estos </a:t>
            </a:r>
            <a:r>
              <a:rPr lang="es-ES" err="1">
                <a:ea typeface="Calibri"/>
                <a:cs typeface="Calibri"/>
              </a:rPr>
              <a:t>metodos</a:t>
            </a:r>
            <a:r>
              <a:rPr lang="es-ES">
                <a:ea typeface="Calibri"/>
                <a:cs typeface="Calibri"/>
              </a:rPr>
              <a:t> omiten dichos </a:t>
            </a:r>
            <a:r>
              <a:rPr lang="es-ES" err="1">
                <a:ea typeface="Calibri"/>
                <a:cs typeface="Calibri"/>
              </a:rPr>
              <a:t>parametros</a:t>
            </a:r>
          </a:p>
        </p:txBody>
      </p:sp>
    </p:spTree>
    <p:extLst>
      <p:ext uri="{BB962C8B-B14F-4D97-AF65-F5344CB8AC3E}">
        <p14:creationId xmlns:p14="http://schemas.microsoft.com/office/powerpoint/2010/main" val="4139145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379B-838D-14B4-278A-A8A826A9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CFCFB762-F569-5937-C0A3-BDA2721676E8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AE5BB0E7-F9F3-E28F-789B-7F3A79C806B3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88225069-E83E-61D3-2FB2-7FAFB1B6B002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E9FC9DB3-DD6E-6ECC-182C-E8970A3C812C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4DC0E156-1B6E-EA56-D967-2C4109EB7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5CD705F-956F-FC79-4F81-07FD717E5709}"/>
              </a:ext>
            </a:extLst>
          </p:cNvPr>
          <p:cNvSpPr txBox="1"/>
          <p:nvPr/>
        </p:nvSpPr>
        <p:spPr>
          <a:xfrm>
            <a:off x="225674" y="227381"/>
            <a:ext cx="4854144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>
                <a:ea typeface="Calibri"/>
                <a:cs typeface="Calibri"/>
              </a:rPr>
              <a:t>Archivos</a:t>
            </a:r>
          </a:p>
          <a:p>
            <a:endParaRPr lang="es-ES" sz="3600">
              <a:ea typeface="Calibri"/>
              <a:cs typeface="Calibri"/>
            </a:endParaRPr>
          </a:p>
          <a:p>
            <a:endParaRPr lang="es-ES" sz="3200">
              <a:ea typeface="Calibri"/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7D9304A-04D6-F9A9-B8EE-6D4E57061974}"/>
              </a:ext>
            </a:extLst>
          </p:cNvPr>
          <p:cNvSpPr txBox="1"/>
          <p:nvPr/>
        </p:nvSpPr>
        <p:spPr>
          <a:xfrm>
            <a:off x="227705" y="892006"/>
            <a:ext cx="11728172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Mini </a:t>
            </a:r>
            <a:r>
              <a:rPr lang="es-E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program</a:t>
            </a: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también nos permite almacenar hasta 10Mb en archivos de forma local, esto se logra por medio de las siguientes </a:t>
            </a:r>
            <a:r>
              <a:rPr lang="es-E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apis</a:t>
            </a: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endParaRPr lang="es-ES" sz="2400" i="1">
              <a:solidFill>
                <a:srgbClr val="333333"/>
              </a:solidFill>
              <a:latin typeface="Calibri Light"/>
              <a:ea typeface="Calibri"/>
              <a:cs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7E75387-E0E6-69BB-F3C3-B1C6D7B6E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21785"/>
              </p:ext>
            </p:extLst>
          </p:nvPr>
        </p:nvGraphicFramePr>
        <p:xfrm>
          <a:off x="461176" y="1716289"/>
          <a:ext cx="11137228" cy="4047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5435">
                  <a:extLst>
                    <a:ext uri="{9D8B030D-6E8A-4147-A177-3AD203B41FA5}">
                      <a16:colId xmlns:a16="http://schemas.microsoft.com/office/drawing/2014/main" val="303887724"/>
                    </a:ext>
                  </a:extLst>
                </a:gridCol>
                <a:gridCol w="6851793">
                  <a:extLst>
                    <a:ext uri="{9D8B030D-6E8A-4147-A177-3AD203B41FA5}">
                      <a16:colId xmlns:a16="http://schemas.microsoft.com/office/drawing/2014/main" val="1457276320"/>
                    </a:ext>
                  </a:extLst>
                </a:gridCol>
              </a:tblGrid>
              <a:tr h="425513">
                <a:tc>
                  <a:txBody>
                    <a:bodyPr/>
                    <a:lstStyle/>
                    <a:p>
                      <a:r>
                        <a:rPr lang="es-ES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859993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r>
                        <a:rPr lang="es-ES" err="1"/>
                        <a:t>my.saveFile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Se utiliza para guardar un archivo en almacenamiento local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74150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my.getFileInfo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Se utiliza para obtener el hash y el tamaño de un archivo, soporte md5 y sha1, md5 es el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802578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my.getSavedFileInfo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Se utiliza para saber el tamaño y el </a:t>
                      </a:r>
                      <a:r>
                        <a:rPr lang="es-ES" err="1"/>
                        <a:t>timestamp</a:t>
                      </a:r>
                      <a:r>
                        <a:rPr lang="es-ES"/>
                        <a:t> de un archivo en almacenamiento local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499547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my.getSavedFileList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Se utiliza para obtener información de los archivos almacenados, obtiene el tamaño, la ruta y su </a:t>
                      </a:r>
                      <a:r>
                        <a:rPr lang="es-ES" err="1"/>
                        <a:t>timestamp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3631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my.removeSavedFile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Se utiliza para eliminar un archivo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30493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my.chooseFileFromDisk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Permite al usuario seleccionar un archivo en su dispositivo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053810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my.openDocument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Muestra un archivo </a:t>
                      </a:r>
                      <a:r>
                        <a:rPr lang="es-ES" err="1"/>
                        <a:t>pdf</a:t>
                      </a:r>
                      <a:r>
                        <a:rPr lang="es-ES"/>
                        <a:t> al usuario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566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764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04803-C34D-0785-2306-0313E964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6DE4907C-05DD-CF70-5200-D280FEFB7400}"/>
              </a:ext>
            </a:extLst>
          </p:cNvPr>
          <p:cNvGrpSpPr/>
          <p:nvPr/>
        </p:nvGrpSpPr>
        <p:grpSpPr>
          <a:xfrm>
            <a:off x="1747" y="1670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A60EF0C0-DD03-EA4B-90EF-009FA1A39947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718C3C7D-D38C-1A05-91C5-DB83C65B295A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D371DD3F-AB9D-CD62-A4A3-4D89E391A1CD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BCE740A5-9F97-C459-7D4E-6606AFFDD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4029BE8-11E1-23A8-2689-1110648071F1}"/>
              </a:ext>
            </a:extLst>
          </p:cNvPr>
          <p:cNvSpPr txBox="1"/>
          <p:nvPr/>
        </p:nvSpPr>
        <p:spPr>
          <a:xfrm>
            <a:off x="225674" y="227381"/>
            <a:ext cx="4854144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>
                <a:ea typeface="Calibri"/>
                <a:cs typeface="Calibri"/>
              </a:rPr>
              <a:t>Archivos</a:t>
            </a:r>
          </a:p>
          <a:p>
            <a:endParaRPr lang="es-ES" sz="3600">
              <a:ea typeface="Calibri"/>
              <a:cs typeface="Calibri"/>
            </a:endParaRPr>
          </a:p>
          <a:p>
            <a:endParaRPr lang="es-ES" sz="3200">
              <a:ea typeface="Calibri"/>
              <a:cs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8F8E1A2-AF13-A859-8C05-56BCBBA62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847589"/>
              </p:ext>
            </p:extLst>
          </p:nvPr>
        </p:nvGraphicFramePr>
        <p:xfrm>
          <a:off x="222637" y="927784"/>
          <a:ext cx="11137226" cy="5085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166">
                  <a:extLst>
                    <a:ext uri="{9D8B030D-6E8A-4147-A177-3AD203B41FA5}">
                      <a16:colId xmlns:a16="http://schemas.microsoft.com/office/drawing/2014/main" val="303887724"/>
                    </a:ext>
                  </a:extLst>
                </a:gridCol>
                <a:gridCol w="4242030">
                  <a:extLst>
                    <a:ext uri="{9D8B030D-6E8A-4147-A177-3AD203B41FA5}">
                      <a16:colId xmlns:a16="http://schemas.microsoft.com/office/drawing/2014/main" val="1457276320"/>
                    </a:ext>
                  </a:extLst>
                </a:gridCol>
                <a:gridCol w="4242030">
                  <a:extLst>
                    <a:ext uri="{9D8B030D-6E8A-4147-A177-3AD203B41FA5}">
                      <a16:colId xmlns:a16="http://schemas.microsoft.com/office/drawing/2014/main" val="710542904"/>
                    </a:ext>
                  </a:extLst>
                </a:gridCol>
              </a:tblGrid>
              <a:tr h="425513">
                <a:tc>
                  <a:txBody>
                    <a:bodyPr/>
                    <a:lstStyle/>
                    <a:p>
                      <a:r>
                        <a:rPr lang="es-ES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Parametros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Salida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859993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r>
                        <a:rPr lang="es-ES" err="1"/>
                        <a:t>my.saveFile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apFilePath</a:t>
                      </a:r>
                      <a:r>
                        <a:rPr lang="es-ES"/>
                        <a:t>: </a:t>
                      </a:r>
                      <a:r>
                        <a:rPr lang="es-ES" err="1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apFilePath</a:t>
                      </a:r>
                      <a:r>
                        <a:rPr lang="es-ES"/>
                        <a:t>: ruta del archivo guardado</a:t>
                      </a:r>
                      <a:endParaRPr lang="es-E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74150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my.getFileInfo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apFilePath</a:t>
                      </a:r>
                      <a:r>
                        <a:rPr lang="es-ES"/>
                        <a:t>: </a:t>
                      </a:r>
                      <a:r>
                        <a:rPr lang="es-ES" err="1"/>
                        <a:t>String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digestAlgorithm</a:t>
                      </a:r>
                      <a:r>
                        <a:rPr lang="es-ES"/>
                        <a:t>: </a:t>
                      </a:r>
                      <a:r>
                        <a:rPr lang="es-ES" err="1"/>
                        <a:t>String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size</a:t>
                      </a:r>
                      <a:r>
                        <a:rPr lang="es-ES"/>
                        <a:t>: tamaño del archivo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digest</a:t>
                      </a:r>
                      <a:r>
                        <a:rPr lang="es-ES"/>
                        <a:t>: hash del archivo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802578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my.getSavedFileInfo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apFilePath</a:t>
                      </a:r>
                      <a:r>
                        <a:rPr lang="es-ES"/>
                        <a:t>: </a:t>
                      </a:r>
                      <a:r>
                        <a:rPr lang="es-ES" err="1"/>
                        <a:t>String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dize</a:t>
                      </a:r>
                      <a:r>
                        <a:rPr lang="es-ES"/>
                        <a:t>: tamaño del archivo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createTime</a:t>
                      </a:r>
                      <a:r>
                        <a:rPr lang="es-ES"/>
                        <a:t>: fecha de creación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499547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my.getSavedFileList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n/a</a:t>
                      </a:r>
                      <a:endParaRPr lang="es-E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FileList</a:t>
                      </a:r>
                      <a:r>
                        <a:rPr lang="es-ES"/>
                        <a:t>: lista de archivos con la siguiente estructura: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size</a:t>
                      </a:r>
                      <a:r>
                        <a:rPr lang="es-ES"/>
                        <a:t>: tamaño del archivo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createTime</a:t>
                      </a:r>
                      <a:r>
                        <a:rPr lang="es-ES"/>
                        <a:t>: fecha de </a:t>
                      </a:r>
                      <a:r>
                        <a:rPr lang="es-ES" err="1"/>
                        <a:t>creacion</a:t>
                      </a:r>
                      <a:endParaRPr lang="es-E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apFilePath</a:t>
                      </a:r>
                      <a:r>
                        <a:rPr lang="es-ES"/>
                        <a:t>: ruta del archivo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53631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my.removeSavedFile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s-ES" sz="1800" b="0" i="0" u="none" strike="noStrike" noProof="0" err="1">
                          <a:latin typeface="Calibri"/>
                        </a:rPr>
                        <a:t>apFilePath</a:t>
                      </a:r>
                      <a:r>
                        <a:rPr lang="es-ES" sz="1800" b="0" i="0" u="none" strike="noStrike" noProof="0">
                          <a:latin typeface="Calibri"/>
                        </a:rPr>
                        <a:t>: ruta del archivo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Clr>
                          <a:srgbClr val="000000"/>
                        </a:buClr>
                        <a:buNone/>
                      </a:pPr>
                      <a:r>
                        <a:rPr lang="es-ES" sz="1800" b="0" i="0" u="none" strike="noStrike" noProof="0"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30493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my.chooseFileFromDisk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s-ES" sz="1800" b="0" i="0" u="none" strike="noStrike" noProof="0" err="1">
                          <a:latin typeface="Calibri"/>
                        </a:rPr>
                        <a:t>apFilePath</a:t>
                      </a:r>
                      <a:r>
                        <a:rPr lang="es-ES" sz="1800" b="0" i="0" u="none" strike="noStrike" noProof="0">
                          <a:latin typeface="Calibri"/>
                        </a:rPr>
                        <a:t>: ruta del archivo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053810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err="1"/>
                        <a:t>my.openDocument</a:t>
                      </a:r>
                      <a:r>
                        <a:rPr lang="es-E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apFilePath</a:t>
                      </a:r>
                      <a:r>
                        <a:rPr lang="es-ES"/>
                        <a:t>: ruta del archivo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s-ES" err="1"/>
                        <a:t>fileType</a:t>
                      </a:r>
                      <a:r>
                        <a:rPr lang="es-ES"/>
                        <a:t>: tipo de archivo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566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56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66B1-023A-9566-BBD2-66B01A5F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n 1">
            <a:extLst>
              <a:ext uri="{FF2B5EF4-FFF2-40B4-BE49-F238E27FC236}">
                <a16:creationId xmlns:a16="http://schemas.microsoft.com/office/drawing/2014/main" id="{6BED8431-7AE3-BD31-953D-7E51DBE5A3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9" r="3232" b="15293"/>
          <a:stretch/>
        </p:blipFill>
        <p:spPr bwMode="auto">
          <a:xfrm>
            <a:off x="-182422" y="-52550"/>
            <a:ext cx="12556844" cy="691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CD31012-7EC6-A8A2-0551-3C2A0359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44354-8BC3-BE43-836F-E9C4C0B920A8}" type="slidenum">
              <a:rPr lang="es-ES_tradnl" smtClean="0"/>
              <a:t>14</a:t>
            </a:fld>
            <a:endParaRPr lang="es-ES_tradnl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9B01E22-88CC-6975-B4EC-2E53030E85FF}"/>
              </a:ext>
            </a:extLst>
          </p:cNvPr>
          <p:cNvCxnSpPr/>
          <p:nvPr/>
        </p:nvCxnSpPr>
        <p:spPr>
          <a:xfrm>
            <a:off x="4997310" y="111675"/>
            <a:ext cx="0" cy="4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807B0A5-9568-E0DD-B979-046B6EE28A79}"/>
              </a:ext>
            </a:extLst>
          </p:cNvPr>
          <p:cNvCxnSpPr/>
          <p:nvPr/>
        </p:nvCxnSpPr>
        <p:spPr>
          <a:xfrm>
            <a:off x="4805812" y="1264026"/>
            <a:ext cx="0" cy="483197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29F98FB4-C60D-4735-A15F-E28D11EDB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65" y="2563577"/>
            <a:ext cx="4114840" cy="17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4869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511EBD06DF004EAA6224E0E2C3884F" ma:contentTypeVersion="15" ma:contentTypeDescription="Create a new document." ma:contentTypeScope="" ma:versionID="d2f87bf8b34400c71b1e73fd3fb9091d">
  <xsd:schema xmlns:xsd="http://www.w3.org/2001/XMLSchema" xmlns:xs="http://www.w3.org/2001/XMLSchema" xmlns:p="http://schemas.microsoft.com/office/2006/metadata/properties" xmlns:ns2="10ea561e-fcfe-4a3f-8f77-cff1e54616b2" xmlns:ns3="a1546c3f-d1f0-4e0f-8ee4-32caa1bbbd93" targetNamespace="http://schemas.microsoft.com/office/2006/metadata/properties" ma:root="true" ma:fieldsID="dfd273e5c59e90f76e5c3593d1ceff66" ns2:_="" ns3:_="">
    <xsd:import namespace="10ea561e-fcfe-4a3f-8f77-cff1e54616b2"/>
    <xsd:import namespace="a1546c3f-d1f0-4e0f-8ee4-32caa1bbbd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ea561e-fcfe-4a3f-8f77-cff1e54616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cbd20c-6ac3-4871-9087-424218f802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46c3f-d1f0-4e0f-8ee4-32caa1bbbd9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b69beba-0ad9-4d3c-a882-0a9307bbdcdf}" ma:internalName="TaxCatchAll" ma:showField="CatchAllData" ma:web="a1546c3f-d1f0-4e0f-8ee4-32caa1bbbd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1546c3f-d1f0-4e0f-8ee4-32caa1bbbd93" xsi:nil="true"/>
    <lcf76f155ced4ddcb4097134ff3c332f xmlns="10ea561e-fcfe-4a3f-8f77-cff1e54616b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0CEBD9A-69A3-4556-A852-2EE830E337D1}"/>
</file>

<file path=customXml/itemProps2.xml><?xml version="1.0" encoding="utf-8"?>
<ds:datastoreItem xmlns:ds="http://schemas.openxmlformats.org/officeDocument/2006/customXml" ds:itemID="{1DC8492A-AFAC-4288-A740-4F1DFA720E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FFFD9B-6838-4018-9605-A72B7AE9BA7F}">
  <ds:schemaRefs>
    <ds:schemaRef ds:uri="10ea561e-fcfe-4a3f-8f77-cff1e54616b2"/>
    <ds:schemaRef ds:uri="52d1d79f-1480-4963-b04e-d36c80271478"/>
    <ds:schemaRef ds:uri="a1546c3f-d1f0-4e0f-8ee4-32caa1bbbd9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Barbara Jazmín Mancillas Flores</dc:creator>
  <cp:revision>1</cp:revision>
  <dcterms:created xsi:type="dcterms:W3CDTF">2022-07-01T23:07:19Z</dcterms:created>
  <dcterms:modified xsi:type="dcterms:W3CDTF">2025-08-27T23:26:19Z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0x01010001511EBD06DF004EAA6224E0E2C3884F</vt:lpwstr>
  </property>
  <property fmtid="{D5CDD505-2E9C-101B-9397-08002B2CF9AE}" pid="3" name="MediaServiceImageTags">
    <vt:lpwstr/>
  </property>
</Properties>
</file>